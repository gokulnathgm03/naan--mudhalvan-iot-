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6" r:id="rId2"/>
    <p:sldMasterId id="2147483654" r:id="rId3"/>
  </p:sldMasterIdLst>
  <p:notesMasterIdLst>
    <p:notesMasterId r:id="rId20"/>
  </p:notesMasterIdLst>
  <p:sldIdLst>
    <p:sldId id="331" r:id="rId4"/>
    <p:sldId id="337" r:id="rId5"/>
    <p:sldId id="339" r:id="rId6"/>
    <p:sldId id="342" r:id="rId7"/>
    <p:sldId id="343" r:id="rId8"/>
    <p:sldId id="344" r:id="rId9"/>
    <p:sldId id="306" r:id="rId10"/>
    <p:sldId id="307" r:id="rId11"/>
    <p:sldId id="308" r:id="rId12"/>
    <p:sldId id="297" r:id="rId13"/>
    <p:sldId id="311" r:id="rId14"/>
    <p:sldId id="273" r:id="rId15"/>
    <p:sldId id="292" r:id="rId16"/>
    <p:sldId id="287" r:id="rId17"/>
    <p:sldId id="313" r:id="rId18"/>
    <p:sldId id="33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lppt.com" initials="W" lastIdx="1" clrIdx="0">
    <p:extLst>
      <p:ext uri="{19B8F6BF-5375-455C-9EA6-DF929625EA0E}">
        <p15:presenceInfo xmlns:p15="http://schemas.microsoft.com/office/powerpoint/2012/main" userId="Allppt.co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455E"/>
    <a:srgbClr val="00FF00"/>
    <a:srgbClr val="FF66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86" autoAdjust="0"/>
    <p:restoredTop sz="96196" autoAdjust="0"/>
  </p:normalViewPr>
  <p:slideViewPr>
    <p:cSldViewPr snapToGrid="0" showGuides="1">
      <p:cViewPr varScale="1">
        <p:scale>
          <a:sx n="78" d="100"/>
          <a:sy n="78" d="100"/>
        </p:scale>
        <p:origin x="883" y="72"/>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commentAuthors" Target="commentAuthor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8E039B-25E4-4A34-A592-8263535629BC}" type="datetimeFigureOut">
              <a:rPr lang="en-US" smtClean="0"/>
              <a:t>10/25/2023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5A6995-277D-4C47-B075-AD85F466DE52}" type="slidenum">
              <a:rPr lang="en-US" smtClean="0"/>
              <a:t>‹#›</a:t>
            </a:fld>
            <a:endParaRPr lang="en-US"/>
          </a:p>
        </p:txBody>
      </p:sp>
    </p:spTree>
    <p:extLst>
      <p:ext uri="{BB962C8B-B14F-4D97-AF65-F5344CB8AC3E}">
        <p14:creationId xmlns:p14="http://schemas.microsoft.com/office/powerpoint/2010/main" val="803319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5A6995-277D-4C47-B075-AD85F466DE52}" type="slidenum">
              <a:rPr lang="en-US" smtClean="0"/>
              <a:t>5</a:t>
            </a:fld>
            <a:endParaRPr lang="en-US"/>
          </a:p>
        </p:txBody>
      </p:sp>
    </p:spTree>
    <p:extLst>
      <p:ext uri="{BB962C8B-B14F-4D97-AF65-F5344CB8AC3E}">
        <p14:creationId xmlns:p14="http://schemas.microsoft.com/office/powerpoint/2010/main" val="19234498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5A6995-277D-4C47-B075-AD85F466DE52}" type="slidenum">
              <a:rPr lang="en-US" smtClean="0"/>
              <a:t>8</a:t>
            </a:fld>
            <a:endParaRPr lang="en-US"/>
          </a:p>
        </p:txBody>
      </p:sp>
    </p:spTree>
    <p:extLst>
      <p:ext uri="{BB962C8B-B14F-4D97-AF65-F5344CB8AC3E}">
        <p14:creationId xmlns:p14="http://schemas.microsoft.com/office/powerpoint/2010/main" val="1751820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5A6995-277D-4C47-B075-AD85F466DE52}" type="slidenum">
              <a:rPr lang="en-US" smtClean="0"/>
              <a:t>10</a:t>
            </a:fld>
            <a:endParaRPr lang="en-US"/>
          </a:p>
        </p:txBody>
      </p:sp>
    </p:spTree>
    <p:extLst>
      <p:ext uri="{BB962C8B-B14F-4D97-AF65-F5344CB8AC3E}">
        <p14:creationId xmlns:p14="http://schemas.microsoft.com/office/powerpoint/2010/main" val="2570801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5A6995-277D-4C47-B075-AD85F466DE52}" type="slidenum">
              <a:rPr lang="en-US" smtClean="0"/>
              <a:t>11</a:t>
            </a:fld>
            <a:endParaRPr lang="en-US"/>
          </a:p>
        </p:txBody>
      </p:sp>
    </p:spTree>
    <p:extLst>
      <p:ext uri="{BB962C8B-B14F-4D97-AF65-F5344CB8AC3E}">
        <p14:creationId xmlns:p14="http://schemas.microsoft.com/office/powerpoint/2010/main" val="4008390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solidFill>
          <a:schemeClr val="accent6"/>
        </a:solid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9AAB0D72-EF64-4427-BF41-BE766B3F0590}"/>
              </a:ext>
            </a:extLst>
          </p:cNvPr>
          <p:cNvSpPr>
            <a:spLocks/>
          </p:cNvSpPr>
          <p:nvPr userDrawn="1"/>
        </p:nvSpPr>
        <p:spPr bwMode="auto">
          <a:xfrm>
            <a:off x="-8316" y="1423107"/>
            <a:ext cx="12208633" cy="5434893"/>
          </a:xfrm>
          <a:custGeom>
            <a:avLst/>
            <a:gdLst>
              <a:gd name="connsiteX0" fmla="*/ 7143321 w 12208633"/>
              <a:gd name="connsiteY0" fmla="*/ 892474 h 5434893"/>
              <a:gd name="connsiteX1" fmla="*/ 7143335 w 12208633"/>
              <a:gd name="connsiteY1" fmla="*/ 895416 h 5434893"/>
              <a:gd name="connsiteX2" fmla="*/ 7147277 w 12208633"/>
              <a:gd name="connsiteY2" fmla="*/ 895507 h 5434893"/>
              <a:gd name="connsiteX3" fmla="*/ 7147099 w 12208633"/>
              <a:gd name="connsiteY3" fmla="*/ 892474 h 5434893"/>
              <a:gd name="connsiteX4" fmla="*/ 6355163 w 12208633"/>
              <a:gd name="connsiteY4" fmla="*/ 727493 h 5434893"/>
              <a:gd name="connsiteX5" fmla="*/ 6355358 w 12208633"/>
              <a:gd name="connsiteY5" fmla="*/ 727687 h 5434893"/>
              <a:gd name="connsiteX6" fmla="*/ 6354969 w 12208633"/>
              <a:gd name="connsiteY6" fmla="*/ 727687 h 5434893"/>
              <a:gd name="connsiteX7" fmla="*/ 6354969 w 12208633"/>
              <a:gd name="connsiteY7" fmla="*/ 728075 h 5434893"/>
              <a:gd name="connsiteX8" fmla="*/ 6355358 w 12208633"/>
              <a:gd name="connsiteY8" fmla="*/ 727687 h 5434893"/>
              <a:gd name="connsiteX9" fmla="*/ 6355552 w 12208633"/>
              <a:gd name="connsiteY9" fmla="*/ 727493 h 5434893"/>
              <a:gd name="connsiteX10" fmla="*/ 6355163 w 12208633"/>
              <a:gd name="connsiteY10" fmla="*/ 727493 h 5434893"/>
              <a:gd name="connsiteX11" fmla="*/ 8604691 w 12208633"/>
              <a:gd name="connsiteY11" fmla="*/ 725788 h 5434893"/>
              <a:gd name="connsiteX12" fmla="*/ 8591193 w 12208633"/>
              <a:gd name="connsiteY12" fmla="*/ 738248 h 5434893"/>
              <a:gd name="connsiteX13" fmla="*/ 8590674 w 12208633"/>
              <a:gd name="connsiteY13" fmla="*/ 889843 h 5434893"/>
              <a:gd name="connsiteX14" fmla="*/ 8603653 w 12208633"/>
              <a:gd name="connsiteY14" fmla="*/ 903341 h 5434893"/>
              <a:gd name="connsiteX15" fmla="*/ 8616632 w 12208633"/>
              <a:gd name="connsiteY15" fmla="*/ 889843 h 5434893"/>
              <a:gd name="connsiteX16" fmla="*/ 8616632 w 12208633"/>
              <a:gd name="connsiteY16" fmla="*/ 815603 h 5434893"/>
              <a:gd name="connsiteX17" fmla="*/ 8616632 w 12208633"/>
              <a:gd name="connsiteY17" fmla="*/ 738767 h 5434893"/>
              <a:gd name="connsiteX18" fmla="*/ 8604691 w 12208633"/>
              <a:gd name="connsiteY18" fmla="*/ 725788 h 5434893"/>
              <a:gd name="connsiteX19" fmla="*/ 8744865 w 12208633"/>
              <a:gd name="connsiteY19" fmla="*/ 683217 h 5434893"/>
              <a:gd name="connsiteX20" fmla="*/ 8735001 w 12208633"/>
              <a:gd name="connsiteY20" fmla="*/ 694119 h 5434893"/>
              <a:gd name="connsiteX21" fmla="*/ 8735520 w 12208633"/>
              <a:gd name="connsiteY21" fmla="*/ 892439 h 5434893"/>
              <a:gd name="connsiteX22" fmla="*/ 8746422 w 12208633"/>
              <a:gd name="connsiteY22" fmla="*/ 903341 h 5434893"/>
              <a:gd name="connsiteX23" fmla="*/ 8787436 w 12208633"/>
              <a:gd name="connsiteY23" fmla="*/ 903341 h 5434893"/>
              <a:gd name="connsiteX24" fmla="*/ 8801454 w 12208633"/>
              <a:gd name="connsiteY24" fmla="*/ 889324 h 5434893"/>
              <a:gd name="connsiteX25" fmla="*/ 8801454 w 12208633"/>
              <a:gd name="connsiteY25" fmla="*/ 818718 h 5434893"/>
              <a:gd name="connsiteX26" fmla="*/ 8807164 w 12208633"/>
              <a:gd name="connsiteY26" fmla="*/ 805739 h 5434893"/>
              <a:gd name="connsiteX27" fmla="*/ 8822739 w 12208633"/>
              <a:gd name="connsiteY27" fmla="*/ 781857 h 5434893"/>
              <a:gd name="connsiteX28" fmla="*/ 8811317 w 12208633"/>
              <a:gd name="connsiteY28" fmla="*/ 771474 h 5434893"/>
              <a:gd name="connsiteX29" fmla="*/ 8773938 w 12208633"/>
              <a:gd name="connsiteY29" fmla="*/ 771474 h 5434893"/>
              <a:gd name="connsiteX30" fmla="*/ 8756286 w 12208633"/>
              <a:gd name="connsiteY30" fmla="*/ 754342 h 5434893"/>
              <a:gd name="connsiteX31" fmla="*/ 8756286 w 12208633"/>
              <a:gd name="connsiteY31" fmla="*/ 725269 h 5434893"/>
              <a:gd name="connsiteX32" fmla="*/ 8755767 w 12208633"/>
              <a:gd name="connsiteY32" fmla="*/ 725269 h 5434893"/>
              <a:gd name="connsiteX33" fmla="*/ 8755767 w 12208633"/>
              <a:gd name="connsiteY33" fmla="*/ 694638 h 5434893"/>
              <a:gd name="connsiteX34" fmla="*/ 8744865 w 12208633"/>
              <a:gd name="connsiteY34" fmla="*/ 683217 h 5434893"/>
              <a:gd name="connsiteX35" fmla="*/ 5999516 w 12208633"/>
              <a:gd name="connsiteY35" fmla="*/ 672943 h 5434893"/>
              <a:gd name="connsiteX36" fmla="*/ 5999516 w 12208633"/>
              <a:gd name="connsiteY36" fmla="*/ 672950 h 5434893"/>
              <a:gd name="connsiteX37" fmla="*/ 6106191 w 12208633"/>
              <a:gd name="connsiteY37" fmla="*/ 672950 h 5434893"/>
              <a:gd name="connsiteX38" fmla="*/ 6106226 w 12208633"/>
              <a:gd name="connsiteY38" fmla="*/ 672943 h 5434893"/>
              <a:gd name="connsiteX39" fmla="*/ 6103287 w 12208633"/>
              <a:gd name="connsiteY39" fmla="*/ 672943 h 5434893"/>
              <a:gd name="connsiteX40" fmla="*/ 6095614 w 12208633"/>
              <a:gd name="connsiteY40" fmla="*/ 672943 h 5434893"/>
              <a:gd name="connsiteX41" fmla="*/ 5844017 w 12208633"/>
              <a:gd name="connsiteY41" fmla="*/ 672943 h 5434893"/>
              <a:gd name="connsiteX42" fmla="*/ 5844017 w 12208633"/>
              <a:gd name="connsiteY42" fmla="*/ 672950 h 5434893"/>
              <a:gd name="connsiteX43" fmla="*/ 5950885 w 12208633"/>
              <a:gd name="connsiteY43" fmla="*/ 672950 h 5434893"/>
              <a:gd name="connsiteX44" fmla="*/ 5950920 w 12208633"/>
              <a:gd name="connsiteY44" fmla="*/ 672943 h 5434893"/>
              <a:gd name="connsiteX45" fmla="*/ 5947738 w 12208633"/>
              <a:gd name="connsiteY45" fmla="*/ 672943 h 5434893"/>
              <a:gd name="connsiteX46" fmla="*/ 5940066 w 12208633"/>
              <a:gd name="connsiteY46" fmla="*/ 672943 h 5434893"/>
              <a:gd name="connsiteX47" fmla="*/ 2661207 w 12208633"/>
              <a:gd name="connsiteY47" fmla="*/ 578320 h 5434893"/>
              <a:gd name="connsiteX48" fmla="*/ 2649387 w 12208633"/>
              <a:gd name="connsiteY48" fmla="*/ 591167 h 5434893"/>
              <a:gd name="connsiteX49" fmla="*/ 2649387 w 12208633"/>
              <a:gd name="connsiteY49" fmla="*/ 660718 h 5434893"/>
              <a:gd name="connsiteX50" fmla="*/ 2661207 w 12208633"/>
              <a:gd name="connsiteY50" fmla="*/ 660966 h 5434893"/>
              <a:gd name="connsiteX51" fmla="*/ 2661207 w 12208633"/>
              <a:gd name="connsiteY51" fmla="*/ 612643 h 5434893"/>
              <a:gd name="connsiteX52" fmla="*/ 2521154 w 12208633"/>
              <a:gd name="connsiteY52" fmla="*/ 535617 h 5434893"/>
              <a:gd name="connsiteX53" fmla="*/ 2510252 w 12208633"/>
              <a:gd name="connsiteY53" fmla="*/ 547038 h 5434893"/>
              <a:gd name="connsiteX54" fmla="*/ 2510252 w 12208633"/>
              <a:gd name="connsiteY54" fmla="*/ 577669 h 5434893"/>
              <a:gd name="connsiteX55" fmla="*/ 2509733 w 12208633"/>
              <a:gd name="connsiteY55" fmla="*/ 577669 h 5434893"/>
              <a:gd name="connsiteX56" fmla="*/ 2509733 w 12208633"/>
              <a:gd name="connsiteY56" fmla="*/ 606742 h 5434893"/>
              <a:gd name="connsiteX57" fmla="*/ 2492081 w 12208633"/>
              <a:gd name="connsiteY57" fmla="*/ 623874 h 5434893"/>
              <a:gd name="connsiteX58" fmla="*/ 2454702 w 12208633"/>
              <a:gd name="connsiteY58" fmla="*/ 623874 h 5434893"/>
              <a:gd name="connsiteX59" fmla="*/ 2443280 w 12208633"/>
              <a:gd name="connsiteY59" fmla="*/ 634257 h 5434893"/>
              <a:gd name="connsiteX60" fmla="*/ 2458855 w 12208633"/>
              <a:gd name="connsiteY60" fmla="*/ 658139 h 5434893"/>
              <a:gd name="connsiteX61" fmla="*/ 2464565 w 12208633"/>
              <a:gd name="connsiteY61" fmla="*/ 671118 h 5434893"/>
              <a:gd name="connsiteX62" fmla="*/ 2464565 w 12208633"/>
              <a:gd name="connsiteY62" fmla="*/ 735104 h 5434893"/>
              <a:gd name="connsiteX63" fmla="*/ 2530525 w 12208633"/>
              <a:gd name="connsiteY63" fmla="*/ 735104 h 5434893"/>
              <a:gd name="connsiteX64" fmla="*/ 2531018 w 12208633"/>
              <a:gd name="connsiteY64" fmla="*/ 546519 h 5434893"/>
              <a:gd name="connsiteX65" fmla="*/ 2521154 w 12208633"/>
              <a:gd name="connsiteY65" fmla="*/ 535617 h 5434893"/>
              <a:gd name="connsiteX66" fmla="*/ 8701774 w 12208633"/>
              <a:gd name="connsiteY66" fmla="*/ 534218 h 5434893"/>
              <a:gd name="connsiteX67" fmla="*/ 8688276 w 12208633"/>
              <a:gd name="connsiteY67" fmla="*/ 540967 h 5434893"/>
              <a:gd name="connsiteX68" fmla="*/ 8695025 w 12208633"/>
              <a:gd name="connsiteY68" fmla="*/ 567963 h 5434893"/>
              <a:gd name="connsiteX69" fmla="*/ 8735520 w 12208633"/>
              <a:gd name="connsiteY69" fmla="*/ 637012 h 5434893"/>
              <a:gd name="connsiteX70" fmla="*/ 8760440 w 12208633"/>
              <a:gd name="connsiteY70" fmla="*/ 664008 h 5434893"/>
              <a:gd name="connsiteX71" fmla="*/ 8767189 w 12208633"/>
              <a:gd name="connsiteY71" fmla="*/ 664527 h 5434893"/>
              <a:gd name="connsiteX72" fmla="*/ 8776534 w 12208633"/>
              <a:gd name="connsiteY72" fmla="*/ 675429 h 5434893"/>
              <a:gd name="connsiteX73" fmla="*/ 8776014 w 12208633"/>
              <a:gd name="connsiteY73" fmla="*/ 724750 h 5434893"/>
              <a:gd name="connsiteX74" fmla="*/ 8799896 w 12208633"/>
              <a:gd name="connsiteY74" fmla="*/ 750708 h 5434893"/>
              <a:gd name="connsiteX75" fmla="*/ 8804049 w 12208633"/>
              <a:gd name="connsiteY75" fmla="*/ 751227 h 5434893"/>
              <a:gd name="connsiteX76" fmla="*/ 8822739 w 12208633"/>
              <a:gd name="connsiteY76" fmla="*/ 740324 h 5434893"/>
              <a:gd name="connsiteX77" fmla="*/ 8806645 w 12208633"/>
              <a:gd name="connsiteY77" fmla="*/ 712809 h 5434893"/>
              <a:gd name="connsiteX78" fmla="*/ 8785359 w 12208633"/>
              <a:gd name="connsiteY78" fmla="*/ 691004 h 5434893"/>
              <a:gd name="connsiteX79" fmla="*/ 8785359 w 12208633"/>
              <a:gd name="connsiteY79" fmla="*/ 620399 h 5434893"/>
              <a:gd name="connsiteX80" fmla="*/ 8784840 w 12208633"/>
              <a:gd name="connsiteY80" fmla="*/ 620399 h 5434893"/>
              <a:gd name="connsiteX81" fmla="*/ 8784840 w 12208633"/>
              <a:gd name="connsiteY81" fmla="*/ 548755 h 5434893"/>
              <a:gd name="connsiteX82" fmla="*/ 8770823 w 12208633"/>
              <a:gd name="connsiteY82" fmla="*/ 534218 h 5434893"/>
              <a:gd name="connsiteX83" fmla="*/ 8701774 w 12208633"/>
              <a:gd name="connsiteY83" fmla="*/ 534218 h 5434893"/>
              <a:gd name="connsiteX84" fmla="*/ 7932693 w 12208633"/>
              <a:gd name="connsiteY84" fmla="*/ 518578 h 5434893"/>
              <a:gd name="connsiteX85" fmla="*/ 7932378 w 12208633"/>
              <a:gd name="connsiteY85" fmla="*/ 519208 h 5434893"/>
              <a:gd name="connsiteX86" fmla="*/ 7932693 w 12208633"/>
              <a:gd name="connsiteY86" fmla="*/ 519208 h 5434893"/>
              <a:gd name="connsiteX87" fmla="*/ 7932693 w 12208633"/>
              <a:gd name="connsiteY87" fmla="*/ 518578 h 5434893"/>
              <a:gd name="connsiteX88" fmla="*/ 7991282 w 12208633"/>
              <a:gd name="connsiteY88" fmla="*/ 518263 h 5434893"/>
              <a:gd name="connsiteX89" fmla="*/ 7991282 w 12208633"/>
              <a:gd name="connsiteY89" fmla="*/ 518892 h 5434893"/>
              <a:gd name="connsiteX90" fmla="*/ 7991597 w 12208633"/>
              <a:gd name="connsiteY90" fmla="*/ 518892 h 5434893"/>
              <a:gd name="connsiteX91" fmla="*/ 7991282 w 12208633"/>
              <a:gd name="connsiteY91" fmla="*/ 518263 h 5434893"/>
              <a:gd name="connsiteX92" fmla="*/ 7933323 w 12208633"/>
              <a:gd name="connsiteY92" fmla="*/ 517633 h 5434893"/>
              <a:gd name="connsiteX93" fmla="*/ 7933008 w 12208633"/>
              <a:gd name="connsiteY93" fmla="*/ 518263 h 5434893"/>
              <a:gd name="connsiteX94" fmla="*/ 7933323 w 12208633"/>
              <a:gd name="connsiteY94" fmla="*/ 518263 h 5434893"/>
              <a:gd name="connsiteX95" fmla="*/ 7933323 w 12208633"/>
              <a:gd name="connsiteY95" fmla="*/ 517633 h 5434893"/>
              <a:gd name="connsiteX96" fmla="*/ 9995853 w 12208633"/>
              <a:gd name="connsiteY96" fmla="*/ 483450 h 5434893"/>
              <a:gd name="connsiteX97" fmla="*/ 9995853 w 12208633"/>
              <a:gd name="connsiteY97" fmla="*/ 547260 h 5434893"/>
              <a:gd name="connsiteX98" fmla="*/ 10005688 w 12208633"/>
              <a:gd name="connsiteY98" fmla="*/ 548252 h 5434893"/>
              <a:gd name="connsiteX99" fmla="*/ 10070193 w 12208633"/>
              <a:gd name="connsiteY99" fmla="*/ 627396 h 5434893"/>
              <a:gd name="connsiteX100" fmla="*/ 10070193 w 12208633"/>
              <a:gd name="connsiteY100" fmla="*/ 839288 h 5434893"/>
              <a:gd name="connsiteX101" fmla="*/ 10098404 w 12208633"/>
              <a:gd name="connsiteY101" fmla="*/ 839288 h 5434893"/>
              <a:gd name="connsiteX102" fmla="*/ 10098404 w 12208633"/>
              <a:gd name="connsiteY102" fmla="*/ 483450 h 5434893"/>
              <a:gd name="connsiteX103" fmla="*/ 9781381 w 12208633"/>
              <a:gd name="connsiteY103" fmla="*/ 483450 h 5434893"/>
              <a:gd name="connsiteX104" fmla="*/ 9781381 w 12208633"/>
              <a:gd name="connsiteY104" fmla="*/ 547123 h 5434893"/>
              <a:gd name="connsiteX105" fmla="*/ 9792075 w 12208633"/>
              <a:gd name="connsiteY105" fmla="*/ 548201 h 5434893"/>
              <a:gd name="connsiteX106" fmla="*/ 9856579 w 12208633"/>
              <a:gd name="connsiteY106" fmla="*/ 627345 h 5434893"/>
              <a:gd name="connsiteX107" fmla="*/ 9856579 w 12208633"/>
              <a:gd name="connsiteY107" fmla="*/ 839288 h 5434893"/>
              <a:gd name="connsiteX108" fmla="*/ 9908622 w 12208633"/>
              <a:gd name="connsiteY108" fmla="*/ 839288 h 5434893"/>
              <a:gd name="connsiteX109" fmla="*/ 9908621 w 12208633"/>
              <a:gd name="connsiteY109" fmla="*/ 627396 h 5434893"/>
              <a:gd name="connsiteX110" fmla="*/ 9908622 w 12208633"/>
              <a:gd name="connsiteY110" fmla="*/ 627394 h 5434893"/>
              <a:gd name="connsiteX111" fmla="*/ 9908622 w 12208633"/>
              <a:gd name="connsiteY111" fmla="*/ 620889 h 5434893"/>
              <a:gd name="connsiteX112" fmla="*/ 9909277 w 12208633"/>
              <a:gd name="connsiteY112" fmla="*/ 620889 h 5434893"/>
              <a:gd name="connsiteX113" fmla="*/ 9910263 w 12208633"/>
              <a:gd name="connsiteY113" fmla="*/ 611115 h 5434893"/>
              <a:gd name="connsiteX114" fmla="*/ 9975107 w 12208633"/>
              <a:gd name="connsiteY114" fmla="*/ 547872 h 5434893"/>
              <a:gd name="connsiteX115" fmla="*/ 9975644 w 12208633"/>
              <a:gd name="connsiteY115" fmla="*/ 547825 h 5434893"/>
              <a:gd name="connsiteX116" fmla="*/ 9975644 w 12208633"/>
              <a:gd name="connsiteY116" fmla="*/ 483450 h 5434893"/>
              <a:gd name="connsiteX117" fmla="*/ 4460613 w 12208633"/>
              <a:gd name="connsiteY117" fmla="*/ 410313 h 5434893"/>
              <a:gd name="connsiteX118" fmla="*/ 4460613 w 12208633"/>
              <a:gd name="connsiteY118" fmla="*/ 474688 h 5434893"/>
              <a:gd name="connsiteX119" fmla="*/ 4461150 w 12208633"/>
              <a:gd name="connsiteY119" fmla="*/ 474735 h 5434893"/>
              <a:gd name="connsiteX120" fmla="*/ 4525994 w 12208633"/>
              <a:gd name="connsiteY120" fmla="*/ 537978 h 5434893"/>
              <a:gd name="connsiteX121" fmla="*/ 4526979 w 12208633"/>
              <a:gd name="connsiteY121" fmla="*/ 547752 h 5434893"/>
              <a:gd name="connsiteX122" fmla="*/ 4527635 w 12208633"/>
              <a:gd name="connsiteY122" fmla="*/ 547752 h 5434893"/>
              <a:gd name="connsiteX123" fmla="*/ 4527635 w 12208633"/>
              <a:gd name="connsiteY123" fmla="*/ 554257 h 5434893"/>
              <a:gd name="connsiteX124" fmla="*/ 4527635 w 12208633"/>
              <a:gd name="connsiteY124" fmla="*/ 554259 h 5434893"/>
              <a:gd name="connsiteX125" fmla="*/ 4527635 w 12208633"/>
              <a:gd name="connsiteY125" fmla="*/ 766151 h 5434893"/>
              <a:gd name="connsiteX126" fmla="*/ 4579677 w 12208633"/>
              <a:gd name="connsiteY126" fmla="*/ 766151 h 5434893"/>
              <a:gd name="connsiteX127" fmla="*/ 4579677 w 12208633"/>
              <a:gd name="connsiteY127" fmla="*/ 554208 h 5434893"/>
              <a:gd name="connsiteX128" fmla="*/ 4644181 w 12208633"/>
              <a:gd name="connsiteY128" fmla="*/ 475064 h 5434893"/>
              <a:gd name="connsiteX129" fmla="*/ 4654875 w 12208633"/>
              <a:gd name="connsiteY129" fmla="*/ 473986 h 5434893"/>
              <a:gd name="connsiteX130" fmla="*/ 4654875 w 12208633"/>
              <a:gd name="connsiteY130" fmla="*/ 410313 h 5434893"/>
              <a:gd name="connsiteX131" fmla="*/ 4337854 w 12208633"/>
              <a:gd name="connsiteY131" fmla="*/ 410313 h 5434893"/>
              <a:gd name="connsiteX132" fmla="*/ 4337854 w 12208633"/>
              <a:gd name="connsiteY132" fmla="*/ 645080 h 5434893"/>
              <a:gd name="connsiteX133" fmla="*/ 4354002 w 12208633"/>
              <a:gd name="connsiteY133" fmla="*/ 645080 h 5434893"/>
              <a:gd name="connsiteX134" fmla="*/ 4366063 w 12208633"/>
              <a:gd name="connsiteY134" fmla="*/ 645080 h 5434893"/>
              <a:gd name="connsiteX135" fmla="*/ 4366063 w 12208633"/>
              <a:gd name="connsiteY135" fmla="*/ 554259 h 5434893"/>
              <a:gd name="connsiteX136" fmla="*/ 4430568 w 12208633"/>
              <a:gd name="connsiteY136" fmla="*/ 475115 h 5434893"/>
              <a:gd name="connsiteX137" fmla="*/ 4440404 w 12208633"/>
              <a:gd name="connsiteY137" fmla="*/ 474123 h 5434893"/>
              <a:gd name="connsiteX138" fmla="*/ 4440404 w 12208633"/>
              <a:gd name="connsiteY138" fmla="*/ 410313 h 5434893"/>
              <a:gd name="connsiteX139" fmla="*/ 2495196 w 12208633"/>
              <a:gd name="connsiteY139" fmla="*/ 386617 h 5434893"/>
              <a:gd name="connsiteX140" fmla="*/ 2481179 w 12208633"/>
              <a:gd name="connsiteY140" fmla="*/ 401154 h 5434893"/>
              <a:gd name="connsiteX141" fmla="*/ 2481179 w 12208633"/>
              <a:gd name="connsiteY141" fmla="*/ 472798 h 5434893"/>
              <a:gd name="connsiteX142" fmla="*/ 2480660 w 12208633"/>
              <a:gd name="connsiteY142" fmla="*/ 472798 h 5434893"/>
              <a:gd name="connsiteX143" fmla="*/ 2480660 w 12208633"/>
              <a:gd name="connsiteY143" fmla="*/ 543404 h 5434893"/>
              <a:gd name="connsiteX144" fmla="*/ 2459374 w 12208633"/>
              <a:gd name="connsiteY144" fmla="*/ 565209 h 5434893"/>
              <a:gd name="connsiteX145" fmla="*/ 2443280 w 12208633"/>
              <a:gd name="connsiteY145" fmla="*/ 592724 h 5434893"/>
              <a:gd name="connsiteX146" fmla="*/ 2461970 w 12208633"/>
              <a:gd name="connsiteY146" fmla="*/ 603627 h 5434893"/>
              <a:gd name="connsiteX147" fmla="*/ 2466123 w 12208633"/>
              <a:gd name="connsiteY147" fmla="*/ 603108 h 5434893"/>
              <a:gd name="connsiteX148" fmla="*/ 2490005 w 12208633"/>
              <a:gd name="connsiteY148" fmla="*/ 577150 h 5434893"/>
              <a:gd name="connsiteX149" fmla="*/ 2489485 w 12208633"/>
              <a:gd name="connsiteY149" fmla="*/ 527829 h 5434893"/>
              <a:gd name="connsiteX150" fmla="*/ 2498830 w 12208633"/>
              <a:gd name="connsiteY150" fmla="*/ 516927 h 5434893"/>
              <a:gd name="connsiteX151" fmla="*/ 2505579 w 12208633"/>
              <a:gd name="connsiteY151" fmla="*/ 516408 h 5434893"/>
              <a:gd name="connsiteX152" fmla="*/ 2530499 w 12208633"/>
              <a:gd name="connsiteY152" fmla="*/ 489411 h 5434893"/>
              <a:gd name="connsiteX153" fmla="*/ 2570994 w 12208633"/>
              <a:gd name="connsiteY153" fmla="*/ 420363 h 5434893"/>
              <a:gd name="connsiteX154" fmla="*/ 2577743 w 12208633"/>
              <a:gd name="connsiteY154" fmla="*/ 393366 h 5434893"/>
              <a:gd name="connsiteX155" fmla="*/ 2564244 w 12208633"/>
              <a:gd name="connsiteY155" fmla="*/ 386617 h 5434893"/>
              <a:gd name="connsiteX156" fmla="*/ 2495196 w 12208633"/>
              <a:gd name="connsiteY156" fmla="*/ 386617 h 5434893"/>
              <a:gd name="connsiteX157" fmla="*/ 9258835 w 12208633"/>
              <a:gd name="connsiteY157" fmla="*/ 0 h 5434893"/>
              <a:gd name="connsiteX158" fmla="*/ 9334633 w 12208633"/>
              <a:gd name="connsiteY158" fmla="*/ 0 h 5434893"/>
              <a:gd name="connsiteX159" fmla="*/ 9369417 w 12208633"/>
              <a:gd name="connsiteY159" fmla="*/ 714886 h 5434893"/>
              <a:gd name="connsiteX160" fmla="*/ 9451963 w 12208633"/>
              <a:gd name="connsiteY160" fmla="*/ 716443 h 5434893"/>
              <a:gd name="connsiteX161" fmla="*/ 9451511 w 12208633"/>
              <a:gd name="connsiteY161" fmla="*/ 839288 h 5434893"/>
              <a:gd name="connsiteX162" fmla="*/ 9695008 w 12208633"/>
              <a:gd name="connsiteY162" fmla="*/ 839288 h 5434893"/>
              <a:gd name="connsiteX163" fmla="*/ 9695008 w 12208633"/>
              <a:gd name="connsiteY163" fmla="*/ 627345 h 5434893"/>
              <a:gd name="connsiteX164" fmla="*/ 9695008 w 12208633"/>
              <a:gd name="connsiteY164" fmla="*/ 627342 h 5434893"/>
              <a:gd name="connsiteX165" fmla="*/ 9695008 w 12208633"/>
              <a:gd name="connsiteY165" fmla="*/ 620838 h 5434893"/>
              <a:gd name="connsiteX166" fmla="*/ 9695582 w 12208633"/>
              <a:gd name="connsiteY166" fmla="*/ 620838 h 5434893"/>
              <a:gd name="connsiteX167" fmla="*/ 9696270 w 12208633"/>
              <a:gd name="connsiteY167" fmla="*/ 613044 h 5434893"/>
              <a:gd name="connsiteX168" fmla="*/ 9759513 w 12208633"/>
              <a:gd name="connsiteY168" fmla="*/ 548201 h 5434893"/>
              <a:gd name="connsiteX169" fmla="*/ 9761172 w 12208633"/>
              <a:gd name="connsiteY169" fmla="*/ 548033 h 5434893"/>
              <a:gd name="connsiteX170" fmla="*/ 9761172 w 12208633"/>
              <a:gd name="connsiteY170" fmla="*/ 452927 h 5434893"/>
              <a:gd name="connsiteX171" fmla="*/ 9781381 w 12208633"/>
              <a:gd name="connsiteY171" fmla="*/ 452927 h 5434893"/>
              <a:gd name="connsiteX172" fmla="*/ 9781381 w 12208633"/>
              <a:gd name="connsiteY172" fmla="*/ 453137 h 5434893"/>
              <a:gd name="connsiteX173" fmla="*/ 10098404 w 12208633"/>
              <a:gd name="connsiteY173" fmla="*/ 453137 h 5434893"/>
              <a:gd name="connsiteX174" fmla="*/ 10098404 w 12208633"/>
              <a:gd name="connsiteY174" fmla="*/ 395857 h 5434893"/>
              <a:gd name="connsiteX175" fmla="*/ 10098404 w 12208633"/>
              <a:gd name="connsiteY175" fmla="*/ 395855 h 5434893"/>
              <a:gd name="connsiteX176" fmla="*/ 10098404 w 12208633"/>
              <a:gd name="connsiteY176" fmla="*/ 322646 h 5434893"/>
              <a:gd name="connsiteX177" fmla="*/ 10147724 w 12208633"/>
              <a:gd name="connsiteY177" fmla="*/ 322646 h 5434893"/>
              <a:gd name="connsiteX178" fmla="*/ 10192315 w 12208633"/>
              <a:gd name="connsiteY178" fmla="*/ 322646 h 5434893"/>
              <a:gd name="connsiteX179" fmla="*/ 10192315 w 12208633"/>
              <a:gd name="connsiteY179" fmla="*/ 412796 h 5434893"/>
              <a:gd name="connsiteX180" fmla="*/ 10192315 w 12208633"/>
              <a:gd name="connsiteY180" fmla="*/ 839288 h 5434893"/>
              <a:gd name="connsiteX181" fmla="*/ 10237382 w 12208633"/>
              <a:gd name="connsiteY181" fmla="*/ 839288 h 5434893"/>
              <a:gd name="connsiteX182" fmla="*/ 10237382 w 12208633"/>
              <a:gd name="connsiteY182" fmla="*/ 787976 h 5434893"/>
              <a:gd name="connsiteX183" fmla="*/ 10237382 w 12208633"/>
              <a:gd name="connsiteY183" fmla="*/ 787525 h 5434893"/>
              <a:gd name="connsiteX184" fmla="*/ 10237382 w 12208633"/>
              <a:gd name="connsiteY184" fmla="*/ 786823 h 5434893"/>
              <a:gd name="connsiteX185" fmla="*/ 10293811 w 12208633"/>
              <a:gd name="connsiteY185" fmla="*/ 786823 h 5434893"/>
              <a:gd name="connsiteX186" fmla="*/ 10293811 w 12208633"/>
              <a:gd name="connsiteY186" fmla="*/ 486617 h 5434893"/>
              <a:gd name="connsiteX187" fmla="*/ 10293811 w 12208633"/>
              <a:gd name="connsiteY187" fmla="*/ 486615 h 5434893"/>
              <a:gd name="connsiteX188" fmla="*/ 10293811 w 12208633"/>
              <a:gd name="connsiteY188" fmla="*/ 412796 h 5434893"/>
              <a:gd name="connsiteX189" fmla="*/ 10293812 w 12208633"/>
              <a:gd name="connsiteY189" fmla="*/ 412796 h 5434893"/>
              <a:gd name="connsiteX190" fmla="*/ 10364543 w 12208633"/>
              <a:gd name="connsiteY190" fmla="*/ 412796 h 5434893"/>
              <a:gd name="connsiteX191" fmla="*/ 10435273 w 12208633"/>
              <a:gd name="connsiteY191" fmla="*/ 412796 h 5434893"/>
              <a:gd name="connsiteX192" fmla="*/ 10435273 w 12208633"/>
              <a:gd name="connsiteY192" fmla="*/ 493478 h 5434893"/>
              <a:gd name="connsiteX193" fmla="*/ 10435272 w 12208633"/>
              <a:gd name="connsiteY193" fmla="*/ 493478 h 5434893"/>
              <a:gd name="connsiteX194" fmla="*/ 10435272 w 12208633"/>
              <a:gd name="connsiteY194" fmla="*/ 787653 h 5434893"/>
              <a:gd name="connsiteX195" fmla="*/ 10479889 w 12208633"/>
              <a:gd name="connsiteY195" fmla="*/ 787653 h 5434893"/>
              <a:gd name="connsiteX196" fmla="*/ 10479889 w 12208633"/>
              <a:gd name="connsiteY196" fmla="*/ 834346 h 5434893"/>
              <a:gd name="connsiteX197" fmla="*/ 10479889 w 12208633"/>
              <a:gd name="connsiteY197" fmla="*/ 883894 h 5434893"/>
              <a:gd name="connsiteX198" fmla="*/ 10634153 w 12208633"/>
              <a:gd name="connsiteY198" fmla="*/ 798062 h 5434893"/>
              <a:gd name="connsiteX199" fmla="*/ 10634153 w 12208633"/>
              <a:gd name="connsiteY199" fmla="*/ 890261 h 5434893"/>
              <a:gd name="connsiteX200" fmla="*/ 10799859 w 12208633"/>
              <a:gd name="connsiteY200" fmla="*/ 798062 h 5434893"/>
              <a:gd name="connsiteX201" fmla="*/ 10799859 w 12208633"/>
              <a:gd name="connsiteY201" fmla="*/ 890261 h 5434893"/>
              <a:gd name="connsiteX202" fmla="*/ 10965565 w 12208633"/>
              <a:gd name="connsiteY202" fmla="*/ 798062 h 5434893"/>
              <a:gd name="connsiteX203" fmla="*/ 10965565 w 12208633"/>
              <a:gd name="connsiteY203" fmla="*/ 890261 h 5434893"/>
              <a:gd name="connsiteX204" fmla="*/ 11131272 w 12208633"/>
              <a:gd name="connsiteY204" fmla="*/ 798062 h 5434893"/>
              <a:gd name="connsiteX205" fmla="*/ 11131272 w 12208633"/>
              <a:gd name="connsiteY205" fmla="*/ 894809 h 5434893"/>
              <a:gd name="connsiteX206" fmla="*/ 10965565 w 12208633"/>
              <a:gd name="connsiteY206" fmla="*/ 894809 h 5434893"/>
              <a:gd name="connsiteX207" fmla="*/ 10957391 w 12208633"/>
              <a:gd name="connsiteY207" fmla="*/ 894809 h 5434893"/>
              <a:gd name="connsiteX208" fmla="*/ 10799859 w 12208633"/>
              <a:gd name="connsiteY208" fmla="*/ 894809 h 5434893"/>
              <a:gd name="connsiteX209" fmla="*/ 10791685 w 12208633"/>
              <a:gd name="connsiteY209" fmla="*/ 894809 h 5434893"/>
              <a:gd name="connsiteX210" fmla="*/ 10634153 w 12208633"/>
              <a:gd name="connsiteY210" fmla="*/ 894809 h 5434893"/>
              <a:gd name="connsiteX211" fmla="*/ 10625978 w 12208633"/>
              <a:gd name="connsiteY211" fmla="*/ 894809 h 5434893"/>
              <a:gd name="connsiteX212" fmla="*/ 10479889 w 12208633"/>
              <a:gd name="connsiteY212" fmla="*/ 894809 h 5434893"/>
              <a:gd name="connsiteX213" fmla="*/ 10479889 w 12208633"/>
              <a:gd name="connsiteY213" fmla="*/ 894815 h 5434893"/>
              <a:gd name="connsiteX214" fmla="*/ 11131272 w 12208633"/>
              <a:gd name="connsiteY214" fmla="*/ 894815 h 5434893"/>
              <a:gd name="connsiteX215" fmla="*/ 11131272 w 12208633"/>
              <a:gd name="connsiteY215" fmla="*/ 930426 h 5434893"/>
              <a:gd name="connsiteX216" fmla="*/ 11131272 w 12208633"/>
              <a:gd name="connsiteY216" fmla="*/ 1058032 h 5434893"/>
              <a:gd name="connsiteX217" fmla="*/ 11135416 w 12208633"/>
              <a:gd name="connsiteY217" fmla="*/ 1058032 h 5434893"/>
              <a:gd name="connsiteX218" fmla="*/ 11135416 w 12208633"/>
              <a:gd name="connsiteY218" fmla="*/ 475513 h 5434893"/>
              <a:gd name="connsiteX219" fmla="*/ 11317073 w 12208633"/>
              <a:gd name="connsiteY219" fmla="*/ 475513 h 5434893"/>
              <a:gd name="connsiteX220" fmla="*/ 11317073 w 12208633"/>
              <a:gd name="connsiteY220" fmla="*/ 957415 h 5434893"/>
              <a:gd name="connsiteX221" fmla="*/ 11385524 w 12208633"/>
              <a:gd name="connsiteY221" fmla="*/ 864742 h 5434893"/>
              <a:gd name="connsiteX222" fmla="*/ 11467139 w 12208633"/>
              <a:gd name="connsiteY222" fmla="*/ 970654 h 5434893"/>
              <a:gd name="connsiteX223" fmla="*/ 11540855 w 12208633"/>
              <a:gd name="connsiteY223" fmla="*/ 864742 h 5434893"/>
              <a:gd name="connsiteX224" fmla="*/ 11622470 w 12208633"/>
              <a:gd name="connsiteY224" fmla="*/ 970654 h 5434893"/>
              <a:gd name="connsiteX225" fmla="*/ 11696186 w 12208633"/>
              <a:gd name="connsiteY225" fmla="*/ 864742 h 5434893"/>
              <a:gd name="connsiteX226" fmla="*/ 11777800 w 12208633"/>
              <a:gd name="connsiteY226" fmla="*/ 970654 h 5434893"/>
              <a:gd name="connsiteX227" fmla="*/ 11777800 w 12208633"/>
              <a:gd name="connsiteY227" fmla="*/ 994485 h 5434893"/>
              <a:gd name="connsiteX228" fmla="*/ 11851517 w 12208633"/>
              <a:gd name="connsiteY228" fmla="*/ 994485 h 5434893"/>
              <a:gd name="connsiteX229" fmla="*/ 11851517 w 12208633"/>
              <a:gd name="connsiteY229" fmla="*/ 920346 h 5434893"/>
              <a:gd name="connsiteX230" fmla="*/ 11759371 w 12208633"/>
              <a:gd name="connsiteY230" fmla="*/ 806490 h 5434893"/>
              <a:gd name="connsiteX231" fmla="*/ 11851517 w 12208633"/>
              <a:gd name="connsiteY231" fmla="*/ 692634 h 5434893"/>
              <a:gd name="connsiteX232" fmla="*/ 11851517 w 12208633"/>
              <a:gd name="connsiteY232" fmla="*/ 562891 h 5434893"/>
              <a:gd name="connsiteX233" fmla="*/ 11898906 w 12208633"/>
              <a:gd name="connsiteY233" fmla="*/ 562891 h 5434893"/>
              <a:gd name="connsiteX234" fmla="*/ 11898906 w 12208633"/>
              <a:gd name="connsiteY234" fmla="*/ 692634 h 5434893"/>
              <a:gd name="connsiteX235" fmla="*/ 11991051 w 12208633"/>
              <a:gd name="connsiteY235" fmla="*/ 806490 h 5434893"/>
              <a:gd name="connsiteX236" fmla="*/ 11898906 w 12208633"/>
              <a:gd name="connsiteY236" fmla="*/ 920346 h 5434893"/>
              <a:gd name="connsiteX237" fmla="*/ 11898906 w 12208633"/>
              <a:gd name="connsiteY237" fmla="*/ 994485 h 5434893"/>
              <a:gd name="connsiteX238" fmla="*/ 11962091 w 12208633"/>
              <a:gd name="connsiteY238" fmla="*/ 994485 h 5434893"/>
              <a:gd name="connsiteX239" fmla="*/ 11962091 w 12208633"/>
              <a:gd name="connsiteY239" fmla="*/ 917698 h 5434893"/>
              <a:gd name="connsiteX240" fmla="*/ 12041073 w 12208633"/>
              <a:gd name="connsiteY240" fmla="*/ 917698 h 5434893"/>
              <a:gd name="connsiteX241" fmla="*/ 12041073 w 12208633"/>
              <a:gd name="connsiteY241" fmla="*/ 817081 h 5434893"/>
              <a:gd name="connsiteX242" fmla="*/ 12155715 w 12208633"/>
              <a:gd name="connsiteY242" fmla="*/ 817081 h 5434893"/>
              <a:gd name="connsiteX243" fmla="*/ 12200316 w 12208633"/>
              <a:gd name="connsiteY243" fmla="*/ 817081 h 5434893"/>
              <a:gd name="connsiteX244" fmla="*/ 12200316 w 12208633"/>
              <a:gd name="connsiteY244" fmla="*/ 1105184 h 5434893"/>
              <a:gd name="connsiteX245" fmla="*/ 12208559 w 12208633"/>
              <a:gd name="connsiteY245" fmla="*/ 1105184 h 5434893"/>
              <a:gd name="connsiteX246" fmla="*/ 12208559 w 12208633"/>
              <a:gd name="connsiteY246" fmla="*/ 1153840 h 5434893"/>
              <a:gd name="connsiteX247" fmla="*/ 12208559 w 12208633"/>
              <a:gd name="connsiteY247" fmla="*/ 1225322 h 5434893"/>
              <a:gd name="connsiteX248" fmla="*/ 12208633 w 12208633"/>
              <a:gd name="connsiteY248" fmla="*/ 1225322 h 5434893"/>
              <a:gd name="connsiteX249" fmla="*/ 12208633 w 12208633"/>
              <a:gd name="connsiteY249" fmla="*/ 1247932 h 5434893"/>
              <a:gd name="connsiteX250" fmla="*/ 12200316 w 12208633"/>
              <a:gd name="connsiteY250" fmla="*/ 1247932 h 5434893"/>
              <a:gd name="connsiteX251" fmla="*/ 12200316 w 12208633"/>
              <a:gd name="connsiteY251" fmla="*/ 5434893 h 5434893"/>
              <a:gd name="connsiteX252" fmla="*/ 8318 w 12208633"/>
              <a:gd name="connsiteY252" fmla="*/ 5434893 h 5434893"/>
              <a:gd name="connsiteX253" fmla="*/ 8318 w 12208633"/>
              <a:gd name="connsiteY253" fmla="*/ 1247932 h 5434893"/>
              <a:gd name="connsiteX254" fmla="*/ 0 w 12208633"/>
              <a:gd name="connsiteY254" fmla="*/ 1247932 h 5434893"/>
              <a:gd name="connsiteX255" fmla="*/ 0 w 12208633"/>
              <a:gd name="connsiteY255" fmla="*/ 1225322 h 5434893"/>
              <a:gd name="connsiteX256" fmla="*/ 0 w 12208633"/>
              <a:gd name="connsiteY256" fmla="*/ 1063433 h 5434893"/>
              <a:gd name="connsiteX257" fmla="*/ 56578 w 12208633"/>
              <a:gd name="connsiteY257" fmla="*/ 1063433 h 5434893"/>
              <a:gd name="connsiteX258" fmla="*/ 146955 w 12208633"/>
              <a:gd name="connsiteY258" fmla="*/ 1063433 h 5434893"/>
              <a:gd name="connsiteX259" fmla="*/ 146955 w 12208633"/>
              <a:gd name="connsiteY259" fmla="*/ 480915 h 5434893"/>
              <a:gd name="connsiteX260" fmla="*/ 328613 w 12208633"/>
              <a:gd name="connsiteY260" fmla="*/ 480915 h 5434893"/>
              <a:gd name="connsiteX261" fmla="*/ 328613 w 12208633"/>
              <a:gd name="connsiteY261" fmla="*/ 962816 h 5434893"/>
              <a:gd name="connsiteX262" fmla="*/ 397064 w 12208633"/>
              <a:gd name="connsiteY262" fmla="*/ 870143 h 5434893"/>
              <a:gd name="connsiteX263" fmla="*/ 478678 w 12208633"/>
              <a:gd name="connsiteY263" fmla="*/ 976055 h 5434893"/>
              <a:gd name="connsiteX264" fmla="*/ 552394 w 12208633"/>
              <a:gd name="connsiteY264" fmla="*/ 870143 h 5434893"/>
              <a:gd name="connsiteX265" fmla="*/ 634009 w 12208633"/>
              <a:gd name="connsiteY265" fmla="*/ 976055 h 5434893"/>
              <a:gd name="connsiteX266" fmla="*/ 707725 w 12208633"/>
              <a:gd name="connsiteY266" fmla="*/ 870143 h 5434893"/>
              <a:gd name="connsiteX267" fmla="*/ 789340 w 12208633"/>
              <a:gd name="connsiteY267" fmla="*/ 976055 h 5434893"/>
              <a:gd name="connsiteX268" fmla="*/ 789340 w 12208633"/>
              <a:gd name="connsiteY268" fmla="*/ 999886 h 5434893"/>
              <a:gd name="connsiteX269" fmla="*/ 863056 w 12208633"/>
              <a:gd name="connsiteY269" fmla="*/ 999886 h 5434893"/>
              <a:gd name="connsiteX270" fmla="*/ 863056 w 12208633"/>
              <a:gd name="connsiteY270" fmla="*/ 925747 h 5434893"/>
              <a:gd name="connsiteX271" fmla="*/ 770911 w 12208633"/>
              <a:gd name="connsiteY271" fmla="*/ 811891 h 5434893"/>
              <a:gd name="connsiteX272" fmla="*/ 863056 w 12208633"/>
              <a:gd name="connsiteY272" fmla="*/ 698035 h 5434893"/>
              <a:gd name="connsiteX273" fmla="*/ 863056 w 12208633"/>
              <a:gd name="connsiteY273" fmla="*/ 568293 h 5434893"/>
              <a:gd name="connsiteX274" fmla="*/ 910445 w 12208633"/>
              <a:gd name="connsiteY274" fmla="*/ 568293 h 5434893"/>
              <a:gd name="connsiteX275" fmla="*/ 910445 w 12208633"/>
              <a:gd name="connsiteY275" fmla="*/ 698035 h 5434893"/>
              <a:gd name="connsiteX276" fmla="*/ 1002590 w 12208633"/>
              <a:gd name="connsiteY276" fmla="*/ 811891 h 5434893"/>
              <a:gd name="connsiteX277" fmla="*/ 910445 w 12208633"/>
              <a:gd name="connsiteY277" fmla="*/ 925747 h 5434893"/>
              <a:gd name="connsiteX278" fmla="*/ 910445 w 12208633"/>
              <a:gd name="connsiteY278" fmla="*/ 999886 h 5434893"/>
              <a:gd name="connsiteX279" fmla="*/ 973630 w 12208633"/>
              <a:gd name="connsiteY279" fmla="*/ 999886 h 5434893"/>
              <a:gd name="connsiteX280" fmla="*/ 973630 w 12208633"/>
              <a:gd name="connsiteY280" fmla="*/ 923099 h 5434893"/>
              <a:gd name="connsiteX281" fmla="*/ 1052612 w 12208633"/>
              <a:gd name="connsiteY281" fmla="*/ 923099 h 5434893"/>
              <a:gd name="connsiteX282" fmla="*/ 1052612 w 12208633"/>
              <a:gd name="connsiteY282" fmla="*/ 822482 h 5434893"/>
              <a:gd name="connsiteX283" fmla="*/ 1223739 w 12208633"/>
              <a:gd name="connsiteY283" fmla="*/ 822482 h 5434893"/>
              <a:gd name="connsiteX284" fmla="*/ 1223739 w 12208633"/>
              <a:gd name="connsiteY284" fmla="*/ 533871 h 5434893"/>
              <a:gd name="connsiteX285" fmla="*/ 1452786 w 12208633"/>
              <a:gd name="connsiteY285" fmla="*/ 533871 h 5434893"/>
              <a:gd name="connsiteX286" fmla="*/ 1452786 w 12208633"/>
              <a:gd name="connsiteY286" fmla="*/ 827778 h 5434893"/>
              <a:gd name="connsiteX287" fmla="*/ 1687099 w 12208633"/>
              <a:gd name="connsiteY287" fmla="*/ 827778 h 5434893"/>
              <a:gd name="connsiteX288" fmla="*/ 1687099 w 12208633"/>
              <a:gd name="connsiteY288" fmla="*/ 645080 h 5434893"/>
              <a:gd name="connsiteX289" fmla="*/ 1795945 w 12208633"/>
              <a:gd name="connsiteY289" fmla="*/ 645080 h 5434893"/>
              <a:gd name="connsiteX290" fmla="*/ 1814336 w 12208633"/>
              <a:gd name="connsiteY290" fmla="*/ 645080 h 5434893"/>
              <a:gd name="connsiteX291" fmla="*/ 1814055 w 12208633"/>
              <a:gd name="connsiteY291" fmla="*/ 568843 h 5434893"/>
              <a:gd name="connsiteX292" fmla="*/ 1896602 w 12208633"/>
              <a:gd name="connsiteY292" fmla="*/ 567286 h 5434893"/>
              <a:gd name="connsiteX293" fmla="*/ 1917630 w 12208633"/>
              <a:gd name="connsiteY293" fmla="*/ 135119 h 5434893"/>
              <a:gd name="connsiteX294" fmla="*/ 2020520 w 12208633"/>
              <a:gd name="connsiteY294" fmla="*/ 135119 h 5434893"/>
              <a:gd name="connsiteX295" fmla="*/ 2040929 w 12208633"/>
              <a:gd name="connsiteY295" fmla="*/ 567805 h 5434893"/>
              <a:gd name="connsiteX296" fmla="*/ 2085058 w 12208633"/>
              <a:gd name="connsiteY296" fmla="*/ 569362 h 5434893"/>
              <a:gd name="connsiteX297" fmla="*/ 2104692 w 12208633"/>
              <a:gd name="connsiteY297" fmla="*/ 247596 h 5434893"/>
              <a:gd name="connsiteX298" fmla="*/ 2211603 w 12208633"/>
              <a:gd name="connsiteY298" fmla="*/ 247596 h 5434893"/>
              <a:gd name="connsiteX299" fmla="*/ 2230423 w 12208633"/>
              <a:gd name="connsiteY299" fmla="*/ 571958 h 5434893"/>
              <a:gd name="connsiteX300" fmla="*/ 2293761 w 12208633"/>
              <a:gd name="connsiteY300" fmla="*/ 575073 h 5434893"/>
              <a:gd name="connsiteX301" fmla="*/ 2293761 w 12208633"/>
              <a:gd name="connsiteY301" fmla="*/ 481105 h 5434893"/>
              <a:gd name="connsiteX302" fmla="*/ 2325430 w 12208633"/>
              <a:gd name="connsiteY302" fmla="*/ 425035 h 5434893"/>
              <a:gd name="connsiteX303" fmla="*/ 2333736 w 12208633"/>
              <a:gd name="connsiteY303" fmla="*/ 417248 h 5434893"/>
              <a:gd name="connsiteX304" fmla="*/ 2370078 w 12208633"/>
              <a:gd name="connsiteY304" fmla="*/ 413614 h 5434893"/>
              <a:gd name="connsiteX305" fmla="*/ 2388249 w 12208633"/>
              <a:gd name="connsiteY305" fmla="*/ 430227 h 5434893"/>
              <a:gd name="connsiteX306" fmla="*/ 2411611 w 12208633"/>
              <a:gd name="connsiteY306" fmla="*/ 474355 h 5434893"/>
              <a:gd name="connsiteX307" fmla="*/ 2428224 w 12208633"/>
              <a:gd name="connsiteY307" fmla="*/ 489411 h 5434893"/>
              <a:gd name="connsiteX308" fmla="*/ 2443799 w 12208633"/>
              <a:gd name="connsiteY308" fmla="*/ 504986 h 5434893"/>
              <a:gd name="connsiteX309" fmla="*/ 2443799 w 12208633"/>
              <a:gd name="connsiteY309" fmla="*/ 530425 h 5434893"/>
              <a:gd name="connsiteX310" fmla="*/ 2448472 w 12208633"/>
              <a:gd name="connsiteY310" fmla="*/ 538732 h 5434893"/>
              <a:gd name="connsiteX311" fmla="*/ 2454182 w 12208633"/>
              <a:gd name="connsiteY311" fmla="*/ 529906 h 5434893"/>
              <a:gd name="connsiteX312" fmla="*/ 2455740 w 12208633"/>
              <a:gd name="connsiteY312" fmla="*/ 488892 h 5434893"/>
              <a:gd name="connsiteX313" fmla="*/ 2455740 w 12208633"/>
              <a:gd name="connsiteY313" fmla="*/ 379868 h 5434893"/>
              <a:gd name="connsiteX314" fmla="*/ 2471834 w 12208633"/>
              <a:gd name="connsiteY314" fmla="*/ 361697 h 5434893"/>
              <a:gd name="connsiteX315" fmla="*/ 2590203 w 12208633"/>
              <a:gd name="connsiteY315" fmla="*/ 361697 h 5434893"/>
              <a:gd name="connsiteX316" fmla="*/ 2604220 w 12208633"/>
              <a:gd name="connsiteY316" fmla="*/ 376753 h 5434893"/>
              <a:gd name="connsiteX317" fmla="*/ 2603701 w 12208633"/>
              <a:gd name="connsiteY317" fmla="*/ 404788 h 5434893"/>
              <a:gd name="connsiteX318" fmla="*/ 2616161 w 12208633"/>
              <a:gd name="connsiteY318" fmla="*/ 425035 h 5434893"/>
              <a:gd name="connsiteX319" fmla="*/ 2648868 w 12208633"/>
              <a:gd name="connsiteY319" fmla="*/ 476951 h 5434893"/>
              <a:gd name="connsiteX320" fmla="*/ 2648868 w 12208633"/>
              <a:gd name="connsiteY320" fmla="*/ 527310 h 5434893"/>
              <a:gd name="connsiteX321" fmla="*/ 2651010 w 12208633"/>
              <a:gd name="connsiteY321" fmla="*/ 551386 h 5434893"/>
              <a:gd name="connsiteX322" fmla="*/ 2661207 w 12208633"/>
              <a:gd name="connsiteY322" fmla="*/ 552175 h 5434893"/>
              <a:gd name="connsiteX323" fmla="*/ 2661207 w 12208633"/>
              <a:gd name="connsiteY323" fmla="*/ 497877 h 5434893"/>
              <a:gd name="connsiteX324" fmla="*/ 2661207 w 12208633"/>
              <a:gd name="connsiteY324" fmla="*/ 274385 h 5434893"/>
              <a:gd name="connsiteX325" fmla="*/ 2916581 w 12208633"/>
              <a:gd name="connsiteY325" fmla="*/ 274385 h 5434893"/>
              <a:gd name="connsiteX326" fmla="*/ 2916581 w 12208633"/>
              <a:gd name="connsiteY326" fmla="*/ 623897 h 5434893"/>
              <a:gd name="connsiteX327" fmla="*/ 3103505 w 12208633"/>
              <a:gd name="connsiteY327" fmla="*/ 623897 h 5434893"/>
              <a:gd name="connsiteX328" fmla="*/ 3103505 w 12208633"/>
              <a:gd name="connsiteY328" fmla="*/ 938986 h 5434893"/>
              <a:gd name="connsiteX329" fmla="*/ 3253570 w 12208633"/>
              <a:gd name="connsiteY329" fmla="*/ 938986 h 5434893"/>
              <a:gd name="connsiteX330" fmla="*/ 3253570 w 12208633"/>
              <a:gd name="connsiteY330" fmla="*/ 833074 h 5434893"/>
              <a:gd name="connsiteX331" fmla="*/ 3458923 w 12208633"/>
              <a:gd name="connsiteY331" fmla="*/ 833074 h 5434893"/>
              <a:gd name="connsiteX332" fmla="*/ 3458923 w 12208633"/>
              <a:gd name="connsiteY332" fmla="*/ 449141 h 5434893"/>
              <a:gd name="connsiteX333" fmla="*/ 3619519 w 12208633"/>
              <a:gd name="connsiteY333" fmla="*/ 449141 h 5434893"/>
              <a:gd name="connsiteX334" fmla="*/ 3619519 w 12208633"/>
              <a:gd name="connsiteY334" fmla="*/ 822482 h 5434893"/>
              <a:gd name="connsiteX335" fmla="*/ 3716929 w 12208633"/>
              <a:gd name="connsiteY335" fmla="*/ 822482 h 5434893"/>
              <a:gd name="connsiteX336" fmla="*/ 3716929 w 12208633"/>
              <a:gd name="connsiteY336" fmla="*/ 533871 h 5434893"/>
              <a:gd name="connsiteX337" fmla="*/ 3948609 w 12208633"/>
              <a:gd name="connsiteY337" fmla="*/ 533871 h 5434893"/>
              <a:gd name="connsiteX338" fmla="*/ 3948609 w 12208633"/>
              <a:gd name="connsiteY338" fmla="*/ 827778 h 5434893"/>
              <a:gd name="connsiteX339" fmla="*/ 3952270 w 12208633"/>
              <a:gd name="connsiteY339" fmla="*/ 827778 h 5434893"/>
              <a:gd name="connsiteX340" fmla="*/ 3956368 w 12208633"/>
              <a:gd name="connsiteY340" fmla="*/ 827778 h 5434893"/>
              <a:gd name="connsiteX341" fmla="*/ 3956368 w 12208633"/>
              <a:gd name="connsiteY341" fmla="*/ 761209 h 5434893"/>
              <a:gd name="connsiteX342" fmla="*/ 3956368 w 12208633"/>
              <a:gd name="connsiteY342" fmla="*/ 714516 h 5434893"/>
              <a:gd name="connsiteX343" fmla="*/ 4000985 w 12208633"/>
              <a:gd name="connsiteY343" fmla="*/ 714516 h 5434893"/>
              <a:gd name="connsiteX344" fmla="*/ 4000985 w 12208633"/>
              <a:gd name="connsiteY344" fmla="*/ 420341 h 5434893"/>
              <a:gd name="connsiteX345" fmla="*/ 4000984 w 12208633"/>
              <a:gd name="connsiteY345" fmla="*/ 420341 h 5434893"/>
              <a:gd name="connsiteX346" fmla="*/ 4000984 w 12208633"/>
              <a:gd name="connsiteY346" fmla="*/ 339659 h 5434893"/>
              <a:gd name="connsiteX347" fmla="*/ 4071715 w 12208633"/>
              <a:gd name="connsiteY347" fmla="*/ 339659 h 5434893"/>
              <a:gd name="connsiteX348" fmla="*/ 4142446 w 12208633"/>
              <a:gd name="connsiteY348" fmla="*/ 339659 h 5434893"/>
              <a:gd name="connsiteX349" fmla="*/ 4142446 w 12208633"/>
              <a:gd name="connsiteY349" fmla="*/ 413478 h 5434893"/>
              <a:gd name="connsiteX350" fmla="*/ 4142446 w 12208633"/>
              <a:gd name="connsiteY350" fmla="*/ 413480 h 5434893"/>
              <a:gd name="connsiteX351" fmla="*/ 4142446 w 12208633"/>
              <a:gd name="connsiteY351" fmla="*/ 713686 h 5434893"/>
              <a:gd name="connsiteX352" fmla="*/ 4182921 w 12208633"/>
              <a:gd name="connsiteY352" fmla="*/ 713686 h 5434893"/>
              <a:gd name="connsiteX353" fmla="*/ 4182921 w 12208633"/>
              <a:gd name="connsiteY353" fmla="*/ 705384 h 5434893"/>
              <a:gd name="connsiteX354" fmla="*/ 4182921 w 12208633"/>
              <a:gd name="connsiteY354" fmla="*/ 645080 h 5434893"/>
              <a:gd name="connsiteX355" fmla="*/ 4214842 w 12208633"/>
              <a:gd name="connsiteY355" fmla="*/ 645080 h 5434893"/>
              <a:gd name="connsiteX356" fmla="*/ 4243942 w 12208633"/>
              <a:gd name="connsiteY356" fmla="*/ 645080 h 5434893"/>
              <a:gd name="connsiteX357" fmla="*/ 4243942 w 12208633"/>
              <a:gd name="connsiteY357" fmla="*/ 339659 h 5434893"/>
              <a:gd name="connsiteX358" fmla="*/ 4243942 w 12208633"/>
              <a:gd name="connsiteY358" fmla="*/ 249509 h 5434893"/>
              <a:gd name="connsiteX359" fmla="*/ 4288534 w 12208633"/>
              <a:gd name="connsiteY359" fmla="*/ 249509 h 5434893"/>
              <a:gd name="connsiteX360" fmla="*/ 4337854 w 12208633"/>
              <a:gd name="connsiteY360" fmla="*/ 249509 h 5434893"/>
              <a:gd name="connsiteX361" fmla="*/ 4337854 w 12208633"/>
              <a:gd name="connsiteY361" fmla="*/ 322718 h 5434893"/>
              <a:gd name="connsiteX362" fmla="*/ 4337854 w 12208633"/>
              <a:gd name="connsiteY362" fmla="*/ 322720 h 5434893"/>
              <a:gd name="connsiteX363" fmla="*/ 4337854 w 12208633"/>
              <a:gd name="connsiteY363" fmla="*/ 380000 h 5434893"/>
              <a:gd name="connsiteX364" fmla="*/ 4654875 w 12208633"/>
              <a:gd name="connsiteY364" fmla="*/ 380000 h 5434893"/>
              <a:gd name="connsiteX365" fmla="*/ 4654875 w 12208633"/>
              <a:gd name="connsiteY365" fmla="*/ 379790 h 5434893"/>
              <a:gd name="connsiteX366" fmla="*/ 4675084 w 12208633"/>
              <a:gd name="connsiteY366" fmla="*/ 379790 h 5434893"/>
              <a:gd name="connsiteX367" fmla="*/ 4675084 w 12208633"/>
              <a:gd name="connsiteY367" fmla="*/ 474896 h 5434893"/>
              <a:gd name="connsiteX368" fmla="*/ 4676745 w 12208633"/>
              <a:gd name="connsiteY368" fmla="*/ 475064 h 5434893"/>
              <a:gd name="connsiteX369" fmla="*/ 4739988 w 12208633"/>
              <a:gd name="connsiteY369" fmla="*/ 539907 h 5434893"/>
              <a:gd name="connsiteX370" fmla="*/ 4740674 w 12208633"/>
              <a:gd name="connsiteY370" fmla="*/ 547701 h 5434893"/>
              <a:gd name="connsiteX371" fmla="*/ 4741248 w 12208633"/>
              <a:gd name="connsiteY371" fmla="*/ 547701 h 5434893"/>
              <a:gd name="connsiteX372" fmla="*/ 4741248 w 12208633"/>
              <a:gd name="connsiteY372" fmla="*/ 554205 h 5434893"/>
              <a:gd name="connsiteX373" fmla="*/ 4741248 w 12208633"/>
              <a:gd name="connsiteY373" fmla="*/ 554208 h 5434893"/>
              <a:gd name="connsiteX374" fmla="*/ 4741248 w 12208633"/>
              <a:gd name="connsiteY374" fmla="*/ 739927 h 5434893"/>
              <a:gd name="connsiteX375" fmla="*/ 4764753 w 12208633"/>
              <a:gd name="connsiteY375" fmla="*/ 740400 h 5434893"/>
              <a:gd name="connsiteX376" fmla="*/ 4764753 w 12208633"/>
              <a:gd name="connsiteY376" fmla="*/ 666262 h 5434893"/>
              <a:gd name="connsiteX377" fmla="*/ 4899024 w 12208633"/>
              <a:gd name="connsiteY377" fmla="*/ 666262 h 5434893"/>
              <a:gd name="connsiteX378" fmla="*/ 4899024 w 12208633"/>
              <a:gd name="connsiteY378" fmla="*/ 735104 h 5434893"/>
              <a:gd name="connsiteX379" fmla="*/ 5028026 w 12208633"/>
              <a:gd name="connsiteY379" fmla="*/ 735104 h 5434893"/>
              <a:gd name="connsiteX380" fmla="*/ 5028026 w 12208633"/>
              <a:gd name="connsiteY380" fmla="*/ 658319 h 5434893"/>
              <a:gd name="connsiteX381" fmla="*/ 5154397 w 12208633"/>
              <a:gd name="connsiteY381" fmla="*/ 660966 h 5434893"/>
              <a:gd name="connsiteX382" fmla="*/ 5154397 w 12208633"/>
              <a:gd name="connsiteY382" fmla="*/ 369707 h 5434893"/>
              <a:gd name="connsiteX383" fmla="*/ 5409771 w 12208633"/>
              <a:gd name="connsiteY383" fmla="*/ 369707 h 5434893"/>
              <a:gd name="connsiteX384" fmla="*/ 5409771 w 12208633"/>
              <a:gd name="connsiteY384" fmla="*/ 623897 h 5434893"/>
              <a:gd name="connsiteX385" fmla="*/ 5599327 w 12208633"/>
              <a:gd name="connsiteY385" fmla="*/ 623897 h 5434893"/>
              <a:gd name="connsiteX386" fmla="*/ 5599327 w 12208633"/>
              <a:gd name="connsiteY386" fmla="*/ 681817 h 5434893"/>
              <a:gd name="connsiteX387" fmla="*/ 5599327 w 12208633"/>
              <a:gd name="connsiteY387" fmla="*/ 692743 h 5434893"/>
              <a:gd name="connsiteX388" fmla="*/ 5628967 w 12208633"/>
              <a:gd name="connsiteY388" fmla="*/ 692743 h 5434893"/>
              <a:gd name="connsiteX389" fmla="*/ 5628967 w 12208633"/>
              <a:gd name="connsiteY389" fmla="*/ 672950 h 5434893"/>
              <a:gd name="connsiteX390" fmla="*/ 5794767 w 12208633"/>
              <a:gd name="connsiteY390" fmla="*/ 672950 h 5434893"/>
              <a:gd name="connsiteX391" fmla="*/ 5794803 w 12208633"/>
              <a:gd name="connsiteY391" fmla="*/ 672943 h 5434893"/>
              <a:gd name="connsiteX392" fmla="*/ 5792189 w 12208633"/>
              <a:gd name="connsiteY392" fmla="*/ 672943 h 5434893"/>
              <a:gd name="connsiteX393" fmla="*/ 5784518 w 12208633"/>
              <a:gd name="connsiteY393" fmla="*/ 672943 h 5434893"/>
              <a:gd name="connsiteX394" fmla="*/ 5628967 w 12208633"/>
              <a:gd name="connsiteY394" fmla="*/ 672943 h 5434893"/>
              <a:gd name="connsiteX395" fmla="*/ 5792189 w 12208633"/>
              <a:gd name="connsiteY395" fmla="*/ 576196 h 5434893"/>
              <a:gd name="connsiteX396" fmla="*/ 5792189 w 12208633"/>
              <a:gd name="connsiteY396" fmla="*/ 668395 h 5434893"/>
              <a:gd name="connsiteX397" fmla="*/ 5947738 w 12208633"/>
              <a:gd name="connsiteY397" fmla="*/ 576196 h 5434893"/>
              <a:gd name="connsiteX398" fmla="*/ 5947738 w 12208633"/>
              <a:gd name="connsiteY398" fmla="*/ 668395 h 5434893"/>
              <a:gd name="connsiteX399" fmla="*/ 6103287 w 12208633"/>
              <a:gd name="connsiteY399" fmla="*/ 576196 h 5434893"/>
              <a:gd name="connsiteX400" fmla="*/ 6103287 w 12208633"/>
              <a:gd name="connsiteY400" fmla="*/ 668395 h 5434893"/>
              <a:gd name="connsiteX401" fmla="*/ 6258836 w 12208633"/>
              <a:gd name="connsiteY401" fmla="*/ 576196 h 5434893"/>
              <a:gd name="connsiteX402" fmla="*/ 6258836 w 12208633"/>
              <a:gd name="connsiteY402" fmla="*/ 672943 h 5434893"/>
              <a:gd name="connsiteX403" fmla="*/ 6154820 w 12208633"/>
              <a:gd name="connsiteY403" fmla="*/ 672943 h 5434893"/>
              <a:gd name="connsiteX404" fmla="*/ 6154820 w 12208633"/>
              <a:gd name="connsiteY404" fmla="*/ 672950 h 5434893"/>
              <a:gd name="connsiteX405" fmla="*/ 6258836 w 12208633"/>
              <a:gd name="connsiteY405" fmla="*/ 672950 h 5434893"/>
              <a:gd name="connsiteX406" fmla="*/ 6258836 w 12208633"/>
              <a:gd name="connsiteY406" fmla="*/ 708560 h 5434893"/>
              <a:gd name="connsiteX407" fmla="*/ 6258836 w 12208633"/>
              <a:gd name="connsiteY407" fmla="*/ 726328 h 5434893"/>
              <a:gd name="connsiteX408" fmla="*/ 6349534 w 12208633"/>
              <a:gd name="connsiteY408" fmla="*/ 726328 h 5434893"/>
              <a:gd name="connsiteX409" fmla="*/ 6354387 w 12208633"/>
              <a:gd name="connsiteY409" fmla="*/ 721669 h 5434893"/>
              <a:gd name="connsiteX410" fmla="*/ 6354387 w 12208633"/>
              <a:gd name="connsiteY410" fmla="*/ 653142 h 5434893"/>
              <a:gd name="connsiteX411" fmla="*/ 6351863 w 12208633"/>
              <a:gd name="connsiteY411" fmla="*/ 648482 h 5434893"/>
              <a:gd name="connsiteX412" fmla="*/ 6352251 w 12208633"/>
              <a:gd name="connsiteY412" fmla="*/ 641882 h 5434893"/>
              <a:gd name="connsiteX413" fmla="*/ 6354581 w 12208633"/>
              <a:gd name="connsiteY413" fmla="*/ 638194 h 5434893"/>
              <a:gd name="connsiteX414" fmla="*/ 6354581 w 12208633"/>
              <a:gd name="connsiteY414" fmla="*/ 589854 h 5434893"/>
              <a:gd name="connsiteX415" fmla="*/ 6351863 w 12208633"/>
              <a:gd name="connsiteY415" fmla="*/ 585584 h 5434893"/>
              <a:gd name="connsiteX416" fmla="*/ 6351863 w 12208633"/>
              <a:gd name="connsiteY416" fmla="*/ 579954 h 5434893"/>
              <a:gd name="connsiteX417" fmla="*/ 6354581 w 12208633"/>
              <a:gd name="connsiteY417" fmla="*/ 574712 h 5434893"/>
              <a:gd name="connsiteX418" fmla="*/ 6354581 w 12208633"/>
              <a:gd name="connsiteY418" fmla="*/ 528121 h 5434893"/>
              <a:gd name="connsiteX419" fmla="*/ 6351669 w 12208633"/>
              <a:gd name="connsiteY419" fmla="*/ 522879 h 5434893"/>
              <a:gd name="connsiteX420" fmla="*/ 6351863 w 12208633"/>
              <a:gd name="connsiteY420" fmla="*/ 516473 h 5434893"/>
              <a:gd name="connsiteX421" fmla="*/ 6354387 w 12208633"/>
              <a:gd name="connsiteY421" fmla="*/ 511814 h 5434893"/>
              <a:gd name="connsiteX422" fmla="*/ 6354387 w 12208633"/>
              <a:gd name="connsiteY422" fmla="*/ 465999 h 5434893"/>
              <a:gd name="connsiteX423" fmla="*/ 6351475 w 12208633"/>
              <a:gd name="connsiteY423" fmla="*/ 460952 h 5434893"/>
              <a:gd name="connsiteX424" fmla="*/ 6351863 w 12208633"/>
              <a:gd name="connsiteY424" fmla="*/ 454545 h 5434893"/>
              <a:gd name="connsiteX425" fmla="*/ 6354387 w 12208633"/>
              <a:gd name="connsiteY425" fmla="*/ 450469 h 5434893"/>
              <a:gd name="connsiteX426" fmla="*/ 6354387 w 12208633"/>
              <a:gd name="connsiteY426" fmla="*/ 402130 h 5434893"/>
              <a:gd name="connsiteX427" fmla="*/ 6351863 w 12208633"/>
              <a:gd name="connsiteY427" fmla="*/ 398054 h 5434893"/>
              <a:gd name="connsiteX428" fmla="*/ 6352057 w 12208633"/>
              <a:gd name="connsiteY428" fmla="*/ 391453 h 5434893"/>
              <a:gd name="connsiteX429" fmla="*/ 6354387 w 12208633"/>
              <a:gd name="connsiteY429" fmla="*/ 387182 h 5434893"/>
              <a:gd name="connsiteX430" fmla="*/ 6354387 w 12208633"/>
              <a:gd name="connsiteY430" fmla="*/ 340591 h 5434893"/>
              <a:gd name="connsiteX431" fmla="*/ 6351863 w 12208633"/>
              <a:gd name="connsiteY431" fmla="*/ 335932 h 5434893"/>
              <a:gd name="connsiteX432" fmla="*/ 6352251 w 12208633"/>
              <a:gd name="connsiteY432" fmla="*/ 329331 h 5434893"/>
              <a:gd name="connsiteX433" fmla="*/ 6354581 w 12208633"/>
              <a:gd name="connsiteY433" fmla="*/ 325643 h 5434893"/>
              <a:gd name="connsiteX434" fmla="*/ 6354581 w 12208633"/>
              <a:gd name="connsiteY434" fmla="*/ 277304 h 5434893"/>
              <a:gd name="connsiteX435" fmla="*/ 6351863 w 12208633"/>
              <a:gd name="connsiteY435" fmla="*/ 273227 h 5434893"/>
              <a:gd name="connsiteX436" fmla="*/ 6349922 w 12208633"/>
              <a:gd name="connsiteY436" fmla="*/ 269539 h 5434893"/>
              <a:gd name="connsiteX437" fmla="*/ 6353610 w 12208633"/>
              <a:gd name="connsiteY437" fmla="*/ 267209 h 5434893"/>
              <a:gd name="connsiteX438" fmla="*/ 6357299 w 12208633"/>
              <a:gd name="connsiteY438" fmla="*/ 267209 h 5434893"/>
              <a:gd name="connsiteX439" fmla="*/ 6426409 w 12208633"/>
              <a:gd name="connsiteY439" fmla="*/ 267209 h 5434893"/>
              <a:gd name="connsiteX440" fmla="*/ 6430680 w 12208633"/>
              <a:gd name="connsiteY440" fmla="*/ 267209 h 5434893"/>
              <a:gd name="connsiteX441" fmla="*/ 6433980 w 12208633"/>
              <a:gd name="connsiteY441" fmla="*/ 270704 h 5434893"/>
              <a:gd name="connsiteX442" fmla="*/ 6430486 w 12208633"/>
              <a:gd name="connsiteY442" fmla="*/ 273033 h 5434893"/>
              <a:gd name="connsiteX443" fmla="*/ 6427962 w 12208633"/>
              <a:gd name="connsiteY443" fmla="*/ 273033 h 5434893"/>
              <a:gd name="connsiteX444" fmla="*/ 6427768 w 12208633"/>
              <a:gd name="connsiteY444" fmla="*/ 274198 h 5434893"/>
              <a:gd name="connsiteX445" fmla="*/ 6427768 w 12208633"/>
              <a:gd name="connsiteY445" fmla="*/ 329137 h 5434893"/>
              <a:gd name="connsiteX446" fmla="*/ 6430874 w 12208633"/>
              <a:gd name="connsiteY446" fmla="*/ 329331 h 5434893"/>
              <a:gd name="connsiteX447" fmla="*/ 6433786 w 12208633"/>
              <a:gd name="connsiteY447" fmla="*/ 332438 h 5434893"/>
              <a:gd name="connsiteX448" fmla="*/ 6430874 w 12208633"/>
              <a:gd name="connsiteY448" fmla="*/ 336126 h 5434893"/>
              <a:gd name="connsiteX449" fmla="*/ 6427768 w 12208633"/>
              <a:gd name="connsiteY449" fmla="*/ 336320 h 5434893"/>
              <a:gd name="connsiteX450" fmla="*/ 6427768 w 12208633"/>
              <a:gd name="connsiteY450" fmla="*/ 391259 h 5434893"/>
              <a:gd name="connsiteX451" fmla="*/ 6430874 w 12208633"/>
              <a:gd name="connsiteY451" fmla="*/ 391453 h 5434893"/>
              <a:gd name="connsiteX452" fmla="*/ 6433786 w 12208633"/>
              <a:gd name="connsiteY452" fmla="*/ 395142 h 5434893"/>
              <a:gd name="connsiteX453" fmla="*/ 6430874 w 12208633"/>
              <a:gd name="connsiteY453" fmla="*/ 398248 h 5434893"/>
              <a:gd name="connsiteX454" fmla="*/ 6427768 w 12208633"/>
              <a:gd name="connsiteY454" fmla="*/ 398248 h 5434893"/>
              <a:gd name="connsiteX455" fmla="*/ 6427768 w 12208633"/>
              <a:gd name="connsiteY455" fmla="*/ 454351 h 5434893"/>
              <a:gd name="connsiteX456" fmla="*/ 6430874 w 12208633"/>
              <a:gd name="connsiteY456" fmla="*/ 454545 h 5434893"/>
              <a:gd name="connsiteX457" fmla="*/ 6433786 w 12208633"/>
              <a:gd name="connsiteY457" fmla="*/ 457652 h 5434893"/>
              <a:gd name="connsiteX458" fmla="*/ 6430874 w 12208633"/>
              <a:gd name="connsiteY458" fmla="*/ 461340 h 5434893"/>
              <a:gd name="connsiteX459" fmla="*/ 6427768 w 12208633"/>
              <a:gd name="connsiteY459" fmla="*/ 461534 h 5434893"/>
              <a:gd name="connsiteX460" fmla="*/ 6427574 w 12208633"/>
              <a:gd name="connsiteY460" fmla="*/ 461534 h 5434893"/>
              <a:gd name="connsiteX461" fmla="*/ 6427574 w 12208633"/>
              <a:gd name="connsiteY461" fmla="*/ 461728 h 5434893"/>
              <a:gd name="connsiteX462" fmla="*/ 6427768 w 12208633"/>
              <a:gd name="connsiteY462" fmla="*/ 461728 h 5434893"/>
              <a:gd name="connsiteX463" fmla="*/ 6427768 w 12208633"/>
              <a:gd name="connsiteY463" fmla="*/ 516667 h 5434893"/>
              <a:gd name="connsiteX464" fmla="*/ 6430874 w 12208633"/>
              <a:gd name="connsiteY464" fmla="*/ 516861 h 5434893"/>
              <a:gd name="connsiteX465" fmla="*/ 6433786 w 12208633"/>
              <a:gd name="connsiteY465" fmla="*/ 520550 h 5434893"/>
              <a:gd name="connsiteX466" fmla="*/ 6430874 w 12208633"/>
              <a:gd name="connsiteY466" fmla="*/ 523656 h 5434893"/>
              <a:gd name="connsiteX467" fmla="*/ 6427768 w 12208633"/>
              <a:gd name="connsiteY467" fmla="*/ 523850 h 5434893"/>
              <a:gd name="connsiteX468" fmla="*/ 6427768 w 12208633"/>
              <a:gd name="connsiteY468" fmla="*/ 579954 h 5434893"/>
              <a:gd name="connsiteX469" fmla="*/ 6431457 w 12208633"/>
              <a:gd name="connsiteY469" fmla="*/ 580148 h 5434893"/>
              <a:gd name="connsiteX470" fmla="*/ 6433786 w 12208633"/>
              <a:gd name="connsiteY470" fmla="*/ 583254 h 5434893"/>
              <a:gd name="connsiteX471" fmla="*/ 6431263 w 12208633"/>
              <a:gd name="connsiteY471" fmla="*/ 585972 h 5434893"/>
              <a:gd name="connsiteX472" fmla="*/ 6427768 w 12208633"/>
              <a:gd name="connsiteY472" fmla="*/ 587137 h 5434893"/>
              <a:gd name="connsiteX473" fmla="*/ 6427768 w 12208633"/>
              <a:gd name="connsiteY473" fmla="*/ 642076 h 5434893"/>
              <a:gd name="connsiteX474" fmla="*/ 6430874 w 12208633"/>
              <a:gd name="connsiteY474" fmla="*/ 642270 h 5434893"/>
              <a:gd name="connsiteX475" fmla="*/ 6433786 w 12208633"/>
              <a:gd name="connsiteY475" fmla="*/ 645959 h 5434893"/>
              <a:gd name="connsiteX476" fmla="*/ 6430874 w 12208633"/>
              <a:gd name="connsiteY476" fmla="*/ 649065 h 5434893"/>
              <a:gd name="connsiteX477" fmla="*/ 6427768 w 12208633"/>
              <a:gd name="connsiteY477" fmla="*/ 649259 h 5434893"/>
              <a:gd name="connsiteX478" fmla="*/ 6427768 w 12208633"/>
              <a:gd name="connsiteY478" fmla="*/ 727687 h 5434893"/>
              <a:gd name="connsiteX479" fmla="*/ 6450870 w 12208633"/>
              <a:gd name="connsiteY479" fmla="*/ 727881 h 5434893"/>
              <a:gd name="connsiteX480" fmla="*/ 6519204 w 12208633"/>
              <a:gd name="connsiteY480" fmla="*/ 727687 h 5434893"/>
              <a:gd name="connsiteX481" fmla="*/ 6519398 w 12208633"/>
              <a:gd name="connsiteY481" fmla="*/ 688473 h 5434893"/>
              <a:gd name="connsiteX482" fmla="*/ 6519398 w 12208633"/>
              <a:gd name="connsiteY482" fmla="*/ 649259 h 5434893"/>
              <a:gd name="connsiteX483" fmla="*/ 6516874 w 12208633"/>
              <a:gd name="connsiteY483" fmla="*/ 649259 h 5434893"/>
              <a:gd name="connsiteX484" fmla="*/ 6513186 w 12208633"/>
              <a:gd name="connsiteY484" fmla="*/ 645570 h 5434893"/>
              <a:gd name="connsiteX485" fmla="*/ 6516680 w 12208633"/>
              <a:gd name="connsiteY485" fmla="*/ 642270 h 5434893"/>
              <a:gd name="connsiteX486" fmla="*/ 6519204 w 12208633"/>
              <a:gd name="connsiteY486" fmla="*/ 642270 h 5434893"/>
              <a:gd name="connsiteX487" fmla="*/ 6519204 w 12208633"/>
              <a:gd name="connsiteY487" fmla="*/ 586166 h 5434893"/>
              <a:gd name="connsiteX488" fmla="*/ 6518039 w 12208633"/>
              <a:gd name="connsiteY488" fmla="*/ 586166 h 5434893"/>
              <a:gd name="connsiteX489" fmla="*/ 6513574 w 12208633"/>
              <a:gd name="connsiteY489" fmla="*/ 583448 h 5434893"/>
              <a:gd name="connsiteX490" fmla="*/ 6518039 w 12208633"/>
              <a:gd name="connsiteY490" fmla="*/ 580148 h 5434893"/>
              <a:gd name="connsiteX491" fmla="*/ 6519204 w 12208633"/>
              <a:gd name="connsiteY491" fmla="*/ 580148 h 5434893"/>
              <a:gd name="connsiteX492" fmla="*/ 6519204 w 12208633"/>
              <a:gd name="connsiteY492" fmla="*/ 524044 h 5434893"/>
              <a:gd name="connsiteX493" fmla="*/ 6516098 w 12208633"/>
              <a:gd name="connsiteY493" fmla="*/ 523850 h 5434893"/>
              <a:gd name="connsiteX494" fmla="*/ 6513186 w 12208633"/>
              <a:gd name="connsiteY494" fmla="*/ 520550 h 5434893"/>
              <a:gd name="connsiteX495" fmla="*/ 6516292 w 12208633"/>
              <a:gd name="connsiteY495" fmla="*/ 516861 h 5434893"/>
              <a:gd name="connsiteX496" fmla="*/ 6519398 w 12208633"/>
              <a:gd name="connsiteY496" fmla="*/ 516667 h 5434893"/>
              <a:gd name="connsiteX497" fmla="*/ 6519398 w 12208633"/>
              <a:gd name="connsiteY497" fmla="*/ 461728 h 5434893"/>
              <a:gd name="connsiteX498" fmla="*/ 6518815 w 12208633"/>
              <a:gd name="connsiteY498" fmla="*/ 461728 h 5434893"/>
              <a:gd name="connsiteX499" fmla="*/ 6513574 w 12208633"/>
              <a:gd name="connsiteY499" fmla="*/ 457263 h 5434893"/>
              <a:gd name="connsiteX500" fmla="*/ 6519398 w 12208633"/>
              <a:gd name="connsiteY500" fmla="*/ 454545 h 5434893"/>
              <a:gd name="connsiteX501" fmla="*/ 6519398 w 12208633"/>
              <a:gd name="connsiteY501" fmla="*/ 398442 h 5434893"/>
              <a:gd name="connsiteX502" fmla="*/ 6513574 w 12208633"/>
              <a:gd name="connsiteY502" fmla="*/ 395724 h 5434893"/>
              <a:gd name="connsiteX503" fmla="*/ 6519592 w 12208633"/>
              <a:gd name="connsiteY503" fmla="*/ 391259 h 5434893"/>
              <a:gd name="connsiteX504" fmla="*/ 6519592 w 12208633"/>
              <a:gd name="connsiteY504" fmla="*/ 336320 h 5434893"/>
              <a:gd name="connsiteX505" fmla="*/ 6517845 w 12208633"/>
              <a:gd name="connsiteY505" fmla="*/ 336320 h 5434893"/>
              <a:gd name="connsiteX506" fmla="*/ 6513574 w 12208633"/>
              <a:gd name="connsiteY506" fmla="*/ 332826 h 5434893"/>
              <a:gd name="connsiteX507" fmla="*/ 6517845 w 12208633"/>
              <a:gd name="connsiteY507" fmla="*/ 329331 h 5434893"/>
              <a:gd name="connsiteX508" fmla="*/ 6519592 w 12208633"/>
              <a:gd name="connsiteY508" fmla="*/ 329331 h 5434893"/>
              <a:gd name="connsiteX509" fmla="*/ 6519592 w 12208633"/>
              <a:gd name="connsiteY509" fmla="*/ 274586 h 5434893"/>
              <a:gd name="connsiteX510" fmla="*/ 6515709 w 12208633"/>
              <a:gd name="connsiteY510" fmla="*/ 273033 h 5434893"/>
              <a:gd name="connsiteX511" fmla="*/ 6513574 w 12208633"/>
              <a:gd name="connsiteY511" fmla="*/ 269927 h 5434893"/>
              <a:gd name="connsiteX512" fmla="*/ 6516486 w 12208633"/>
              <a:gd name="connsiteY512" fmla="*/ 267404 h 5434893"/>
              <a:gd name="connsiteX513" fmla="*/ 6520174 w 12208633"/>
              <a:gd name="connsiteY513" fmla="*/ 267209 h 5434893"/>
              <a:gd name="connsiteX514" fmla="*/ 6591809 w 12208633"/>
              <a:gd name="connsiteY514" fmla="*/ 267209 h 5434893"/>
              <a:gd name="connsiteX515" fmla="*/ 6594332 w 12208633"/>
              <a:gd name="connsiteY515" fmla="*/ 267209 h 5434893"/>
              <a:gd name="connsiteX516" fmla="*/ 6598409 w 12208633"/>
              <a:gd name="connsiteY516" fmla="*/ 269733 h 5434893"/>
              <a:gd name="connsiteX517" fmla="*/ 6596274 w 12208633"/>
              <a:gd name="connsiteY517" fmla="*/ 273227 h 5434893"/>
              <a:gd name="connsiteX518" fmla="*/ 6593556 w 12208633"/>
              <a:gd name="connsiteY518" fmla="*/ 277110 h 5434893"/>
              <a:gd name="connsiteX519" fmla="*/ 6593556 w 12208633"/>
              <a:gd name="connsiteY519" fmla="*/ 325449 h 5434893"/>
              <a:gd name="connsiteX520" fmla="*/ 6596079 w 12208633"/>
              <a:gd name="connsiteY520" fmla="*/ 329525 h 5434893"/>
              <a:gd name="connsiteX521" fmla="*/ 6595885 w 12208633"/>
              <a:gd name="connsiteY521" fmla="*/ 336126 h 5434893"/>
              <a:gd name="connsiteX522" fmla="*/ 6593556 w 12208633"/>
              <a:gd name="connsiteY522" fmla="*/ 340397 h 5434893"/>
              <a:gd name="connsiteX523" fmla="*/ 6593556 w 12208633"/>
              <a:gd name="connsiteY523" fmla="*/ 386988 h 5434893"/>
              <a:gd name="connsiteX524" fmla="*/ 6596079 w 12208633"/>
              <a:gd name="connsiteY524" fmla="*/ 391647 h 5434893"/>
              <a:gd name="connsiteX525" fmla="*/ 6595691 w 12208633"/>
              <a:gd name="connsiteY525" fmla="*/ 398442 h 5434893"/>
              <a:gd name="connsiteX526" fmla="*/ 6593556 w 12208633"/>
              <a:gd name="connsiteY526" fmla="*/ 402324 h 5434893"/>
              <a:gd name="connsiteX527" fmla="*/ 6593556 w 12208633"/>
              <a:gd name="connsiteY527" fmla="*/ 419020 h 5434893"/>
              <a:gd name="connsiteX528" fmla="*/ 6593556 w 12208633"/>
              <a:gd name="connsiteY528" fmla="*/ 449498 h 5434893"/>
              <a:gd name="connsiteX529" fmla="*/ 6596662 w 12208633"/>
              <a:gd name="connsiteY529" fmla="*/ 454934 h 5434893"/>
              <a:gd name="connsiteX530" fmla="*/ 6596662 w 12208633"/>
              <a:gd name="connsiteY530" fmla="*/ 460952 h 5434893"/>
              <a:gd name="connsiteX531" fmla="*/ 6593362 w 12208633"/>
              <a:gd name="connsiteY531" fmla="*/ 467746 h 5434893"/>
              <a:gd name="connsiteX532" fmla="*/ 6593362 w 12208633"/>
              <a:gd name="connsiteY532" fmla="*/ 510649 h 5434893"/>
              <a:gd name="connsiteX533" fmla="*/ 6596662 w 12208633"/>
              <a:gd name="connsiteY533" fmla="*/ 517444 h 5434893"/>
              <a:gd name="connsiteX534" fmla="*/ 6596468 w 12208633"/>
              <a:gd name="connsiteY534" fmla="*/ 523462 h 5434893"/>
              <a:gd name="connsiteX535" fmla="*/ 6593362 w 12208633"/>
              <a:gd name="connsiteY535" fmla="*/ 528315 h 5434893"/>
              <a:gd name="connsiteX536" fmla="*/ 6593362 w 12208633"/>
              <a:gd name="connsiteY536" fmla="*/ 561706 h 5434893"/>
              <a:gd name="connsiteX537" fmla="*/ 6593362 w 12208633"/>
              <a:gd name="connsiteY537" fmla="*/ 575489 h 5434893"/>
              <a:gd name="connsiteX538" fmla="*/ 6596079 w 12208633"/>
              <a:gd name="connsiteY538" fmla="*/ 579954 h 5434893"/>
              <a:gd name="connsiteX539" fmla="*/ 6596274 w 12208633"/>
              <a:gd name="connsiteY539" fmla="*/ 585584 h 5434893"/>
              <a:gd name="connsiteX540" fmla="*/ 6593167 w 12208633"/>
              <a:gd name="connsiteY540" fmla="*/ 590437 h 5434893"/>
              <a:gd name="connsiteX541" fmla="*/ 6593167 w 12208633"/>
              <a:gd name="connsiteY541" fmla="*/ 621498 h 5434893"/>
              <a:gd name="connsiteX542" fmla="*/ 6593167 w 12208633"/>
              <a:gd name="connsiteY542" fmla="*/ 637611 h 5434893"/>
              <a:gd name="connsiteX543" fmla="*/ 6595885 w 12208633"/>
              <a:gd name="connsiteY543" fmla="*/ 642270 h 5434893"/>
              <a:gd name="connsiteX544" fmla="*/ 6595885 w 12208633"/>
              <a:gd name="connsiteY544" fmla="*/ 648676 h 5434893"/>
              <a:gd name="connsiteX545" fmla="*/ 6593167 w 12208633"/>
              <a:gd name="connsiteY545" fmla="*/ 653918 h 5434893"/>
              <a:gd name="connsiteX546" fmla="*/ 6593167 w 12208633"/>
              <a:gd name="connsiteY546" fmla="*/ 721863 h 5434893"/>
              <a:gd name="connsiteX547" fmla="*/ 6598021 w 12208633"/>
              <a:gd name="connsiteY547" fmla="*/ 726716 h 5434893"/>
              <a:gd name="connsiteX548" fmla="*/ 6698387 w 12208633"/>
              <a:gd name="connsiteY548" fmla="*/ 726716 h 5434893"/>
              <a:gd name="connsiteX549" fmla="*/ 6703434 w 12208633"/>
              <a:gd name="connsiteY549" fmla="*/ 720892 h 5434893"/>
              <a:gd name="connsiteX550" fmla="*/ 6703434 w 12208633"/>
              <a:gd name="connsiteY550" fmla="*/ 606356 h 5434893"/>
              <a:gd name="connsiteX551" fmla="*/ 6703434 w 12208633"/>
              <a:gd name="connsiteY551" fmla="*/ 538992 h 5434893"/>
              <a:gd name="connsiteX552" fmla="*/ 6704405 w 12208633"/>
              <a:gd name="connsiteY552" fmla="*/ 532004 h 5434893"/>
              <a:gd name="connsiteX553" fmla="*/ 6704599 w 12208633"/>
              <a:gd name="connsiteY553" fmla="*/ 540351 h 5434893"/>
              <a:gd name="connsiteX554" fmla="*/ 6704599 w 12208633"/>
              <a:gd name="connsiteY554" fmla="*/ 719145 h 5434893"/>
              <a:gd name="connsiteX555" fmla="*/ 6704405 w 12208633"/>
              <a:gd name="connsiteY555" fmla="*/ 727493 h 5434893"/>
              <a:gd name="connsiteX556" fmla="*/ 6705181 w 12208633"/>
              <a:gd name="connsiteY556" fmla="*/ 727493 h 5434893"/>
              <a:gd name="connsiteX557" fmla="*/ 6704987 w 12208633"/>
              <a:gd name="connsiteY557" fmla="*/ 727299 h 5434893"/>
              <a:gd name="connsiteX558" fmla="*/ 6704987 w 12208633"/>
              <a:gd name="connsiteY558" fmla="*/ 535498 h 5434893"/>
              <a:gd name="connsiteX559" fmla="*/ 6705375 w 12208633"/>
              <a:gd name="connsiteY559" fmla="*/ 532004 h 5434893"/>
              <a:gd name="connsiteX560" fmla="*/ 6753132 w 12208633"/>
              <a:gd name="connsiteY560" fmla="*/ 490460 h 5434893"/>
              <a:gd name="connsiteX561" fmla="*/ 6799917 w 12208633"/>
              <a:gd name="connsiteY561" fmla="*/ 535304 h 5434893"/>
              <a:gd name="connsiteX562" fmla="*/ 6799917 w 12208633"/>
              <a:gd name="connsiteY562" fmla="*/ 681290 h 5434893"/>
              <a:gd name="connsiteX563" fmla="*/ 6799917 w 12208633"/>
              <a:gd name="connsiteY563" fmla="*/ 817181 h 5434893"/>
              <a:gd name="connsiteX564" fmla="*/ 6801858 w 12208633"/>
              <a:gd name="connsiteY564" fmla="*/ 823976 h 5434893"/>
              <a:gd name="connsiteX565" fmla="*/ 6814283 w 12208633"/>
              <a:gd name="connsiteY565" fmla="*/ 798933 h 5434893"/>
              <a:gd name="connsiteX566" fmla="*/ 6817389 w 12208633"/>
              <a:gd name="connsiteY566" fmla="*/ 787673 h 5434893"/>
              <a:gd name="connsiteX567" fmla="*/ 6817389 w 12208633"/>
              <a:gd name="connsiteY567" fmla="*/ 586749 h 5434893"/>
              <a:gd name="connsiteX568" fmla="*/ 6817389 w 12208633"/>
              <a:gd name="connsiteY568" fmla="*/ 537245 h 5434893"/>
              <a:gd name="connsiteX569" fmla="*/ 6856991 w 12208633"/>
              <a:gd name="connsiteY569" fmla="*/ 490460 h 5434893"/>
              <a:gd name="connsiteX570" fmla="*/ 6865339 w 12208633"/>
              <a:gd name="connsiteY570" fmla="*/ 490265 h 5434893"/>
              <a:gd name="connsiteX571" fmla="*/ 6912125 w 12208633"/>
              <a:gd name="connsiteY571" fmla="*/ 535110 h 5434893"/>
              <a:gd name="connsiteX572" fmla="*/ 6912125 w 12208633"/>
              <a:gd name="connsiteY572" fmla="*/ 713904 h 5434893"/>
              <a:gd name="connsiteX573" fmla="*/ 6912125 w 12208633"/>
              <a:gd name="connsiteY573" fmla="*/ 719339 h 5434893"/>
              <a:gd name="connsiteX574" fmla="*/ 6915425 w 12208633"/>
              <a:gd name="connsiteY574" fmla="*/ 721669 h 5434893"/>
              <a:gd name="connsiteX575" fmla="*/ 6980847 w 12208633"/>
              <a:gd name="connsiteY575" fmla="*/ 716039 h 5434893"/>
              <a:gd name="connsiteX576" fmla="*/ 7121398 w 12208633"/>
              <a:gd name="connsiteY576" fmla="*/ 816793 h 5434893"/>
              <a:gd name="connsiteX577" fmla="*/ 7130134 w 12208633"/>
              <a:gd name="connsiteY577" fmla="*/ 840865 h 5434893"/>
              <a:gd name="connsiteX578" fmla="*/ 7133434 w 12208633"/>
              <a:gd name="connsiteY578" fmla="*/ 842224 h 5434893"/>
              <a:gd name="connsiteX579" fmla="*/ 7143140 w 12208633"/>
              <a:gd name="connsiteY579" fmla="*/ 854066 h 5434893"/>
              <a:gd name="connsiteX580" fmla="*/ 7143162 w 12208633"/>
              <a:gd name="connsiteY580" fmla="*/ 858635 h 5434893"/>
              <a:gd name="connsiteX581" fmla="*/ 7363499 w 12208633"/>
              <a:gd name="connsiteY581" fmla="*/ 801441 h 5434893"/>
              <a:gd name="connsiteX582" fmla="*/ 7367909 w 12208633"/>
              <a:gd name="connsiteY582" fmla="*/ 799551 h 5434893"/>
              <a:gd name="connsiteX583" fmla="*/ 7367909 w 12208633"/>
              <a:gd name="connsiteY583" fmla="*/ 792936 h 5434893"/>
              <a:gd name="connsiteX584" fmla="*/ 7362239 w 12208633"/>
              <a:gd name="connsiteY584" fmla="*/ 782541 h 5434893"/>
              <a:gd name="connsiteX585" fmla="*/ 7360349 w 12208633"/>
              <a:gd name="connsiteY585" fmla="*/ 769312 h 5434893"/>
              <a:gd name="connsiteX586" fmla="*/ 7365389 w 12208633"/>
              <a:gd name="connsiteY586" fmla="*/ 769627 h 5434893"/>
              <a:gd name="connsiteX587" fmla="*/ 7368854 w 12208633"/>
              <a:gd name="connsiteY587" fmla="*/ 770257 h 5434893"/>
              <a:gd name="connsiteX588" fmla="*/ 7374839 w 12208633"/>
              <a:gd name="connsiteY588" fmla="*/ 772777 h 5434893"/>
              <a:gd name="connsiteX589" fmla="*/ 7378304 w 12208633"/>
              <a:gd name="connsiteY589" fmla="*/ 768682 h 5434893"/>
              <a:gd name="connsiteX590" fmla="*/ 7381769 w 12208633"/>
              <a:gd name="connsiteY590" fmla="*/ 768367 h 5434893"/>
              <a:gd name="connsiteX591" fmla="*/ 7387439 w 12208633"/>
              <a:gd name="connsiteY591" fmla="*/ 768682 h 5434893"/>
              <a:gd name="connsiteX592" fmla="*/ 7392164 w 12208633"/>
              <a:gd name="connsiteY592" fmla="*/ 772462 h 5434893"/>
              <a:gd name="connsiteX593" fmla="*/ 7401299 w 12208633"/>
              <a:gd name="connsiteY593" fmla="*/ 770257 h 5434893"/>
              <a:gd name="connsiteX594" fmla="*/ 7403819 w 12208633"/>
              <a:gd name="connsiteY594" fmla="*/ 768997 h 5434893"/>
              <a:gd name="connsiteX595" fmla="*/ 7409488 w 12208633"/>
              <a:gd name="connsiteY595" fmla="*/ 772462 h 5434893"/>
              <a:gd name="connsiteX596" fmla="*/ 7416103 w 12208633"/>
              <a:gd name="connsiteY596" fmla="*/ 767737 h 5434893"/>
              <a:gd name="connsiteX597" fmla="*/ 7417993 w 12208633"/>
              <a:gd name="connsiteY597" fmla="*/ 769627 h 5434893"/>
              <a:gd name="connsiteX598" fmla="*/ 7413268 w 12208633"/>
              <a:gd name="connsiteY598" fmla="*/ 784116 h 5434893"/>
              <a:gd name="connsiteX599" fmla="*/ 7413268 w 12208633"/>
              <a:gd name="connsiteY599" fmla="*/ 788211 h 5434893"/>
              <a:gd name="connsiteX600" fmla="*/ 7501152 w 12208633"/>
              <a:gd name="connsiteY600" fmla="*/ 765847 h 5434893"/>
              <a:gd name="connsiteX601" fmla="*/ 7648884 w 12208633"/>
              <a:gd name="connsiteY601" fmla="*/ 727417 h 5434893"/>
              <a:gd name="connsiteX602" fmla="*/ 7662113 w 12208633"/>
              <a:gd name="connsiteY602" fmla="*/ 727417 h 5434893"/>
              <a:gd name="connsiteX603" fmla="*/ 7687313 w 12208633"/>
              <a:gd name="connsiteY603" fmla="*/ 733402 h 5434893"/>
              <a:gd name="connsiteX604" fmla="*/ 7687313 w 12208633"/>
              <a:gd name="connsiteY604" fmla="*/ 535272 h 5434893"/>
              <a:gd name="connsiteX605" fmla="*/ 7687313 w 12208633"/>
              <a:gd name="connsiteY605" fmla="*/ 411795 h 5434893"/>
              <a:gd name="connsiteX606" fmla="*/ 7696133 w 12208633"/>
              <a:gd name="connsiteY606" fmla="*/ 402660 h 5434893"/>
              <a:gd name="connsiteX607" fmla="*/ 7710622 w 12208633"/>
              <a:gd name="connsiteY607" fmla="*/ 402975 h 5434893"/>
              <a:gd name="connsiteX608" fmla="*/ 7727002 w 12208633"/>
              <a:gd name="connsiteY608" fmla="*/ 402660 h 5434893"/>
              <a:gd name="connsiteX609" fmla="*/ 7732042 w 12208633"/>
              <a:gd name="connsiteY609" fmla="*/ 408015 h 5434893"/>
              <a:gd name="connsiteX610" fmla="*/ 7732042 w 12208633"/>
              <a:gd name="connsiteY610" fmla="*/ 411795 h 5434893"/>
              <a:gd name="connsiteX611" fmla="*/ 7732042 w 12208633"/>
              <a:gd name="connsiteY611" fmla="*/ 745057 h 5434893"/>
              <a:gd name="connsiteX612" fmla="*/ 7769211 w 12208633"/>
              <a:gd name="connsiteY612" fmla="*/ 755137 h 5434893"/>
              <a:gd name="connsiteX613" fmla="*/ 7783701 w 12208633"/>
              <a:gd name="connsiteY613" fmla="*/ 758602 h 5434893"/>
              <a:gd name="connsiteX614" fmla="*/ 7783701 w 12208633"/>
              <a:gd name="connsiteY614" fmla="*/ 415575 h 5434893"/>
              <a:gd name="connsiteX615" fmla="*/ 7796616 w 12208633"/>
              <a:gd name="connsiteY615" fmla="*/ 402660 h 5434893"/>
              <a:gd name="connsiteX616" fmla="*/ 7807325 w 12208633"/>
              <a:gd name="connsiteY616" fmla="*/ 402975 h 5434893"/>
              <a:gd name="connsiteX617" fmla="*/ 7822760 w 12208633"/>
              <a:gd name="connsiteY617" fmla="*/ 402660 h 5434893"/>
              <a:gd name="connsiteX618" fmla="*/ 7828745 w 12208633"/>
              <a:gd name="connsiteY618" fmla="*/ 408960 h 5434893"/>
              <a:gd name="connsiteX619" fmla="*/ 7828745 w 12208633"/>
              <a:gd name="connsiteY619" fmla="*/ 416835 h 5434893"/>
              <a:gd name="connsiteX620" fmla="*/ 7828745 w 12208633"/>
              <a:gd name="connsiteY620" fmla="*/ 770572 h 5434893"/>
              <a:gd name="connsiteX621" fmla="*/ 7867174 w 12208633"/>
              <a:gd name="connsiteY621" fmla="*/ 780652 h 5434893"/>
              <a:gd name="connsiteX622" fmla="*/ 7870954 w 12208633"/>
              <a:gd name="connsiteY622" fmla="*/ 777186 h 5434893"/>
              <a:gd name="connsiteX623" fmla="*/ 7870954 w 12208633"/>
              <a:gd name="connsiteY623" fmla="*/ 768367 h 5434893"/>
              <a:gd name="connsiteX624" fmla="*/ 7870954 w 12208633"/>
              <a:gd name="connsiteY624" fmla="*/ 553542 h 5434893"/>
              <a:gd name="connsiteX625" fmla="*/ 7871269 w 12208633"/>
              <a:gd name="connsiteY625" fmla="*/ 541887 h 5434893"/>
              <a:gd name="connsiteX626" fmla="*/ 7870639 w 12208633"/>
              <a:gd name="connsiteY626" fmla="*/ 518892 h 5434893"/>
              <a:gd name="connsiteX627" fmla="*/ 7878514 w 12208633"/>
              <a:gd name="connsiteY627" fmla="*/ 511018 h 5434893"/>
              <a:gd name="connsiteX628" fmla="*/ 7929543 w 12208633"/>
              <a:gd name="connsiteY628" fmla="*/ 511018 h 5434893"/>
              <a:gd name="connsiteX629" fmla="*/ 7967972 w 12208633"/>
              <a:gd name="connsiteY629" fmla="*/ 511018 h 5434893"/>
              <a:gd name="connsiteX630" fmla="*/ 7977107 w 12208633"/>
              <a:gd name="connsiteY630" fmla="*/ 509758 h 5434893"/>
              <a:gd name="connsiteX631" fmla="*/ 7976792 w 12208633"/>
              <a:gd name="connsiteY631" fmla="*/ 481093 h 5434893"/>
              <a:gd name="connsiteX632" fmla="*/ 7979627 w 12208633"/>
              <a:gd name="connsiteY632" fmla="*/ 476368 h 5434893"/>
              <a:gd name="connsiteX633" fmla="*/ 7983407 w 12208633"/>
              <a:gd name="connsiteY633" fmla="*/ 481409 h 5434893"/>
              <a:gd name="connsiteX634" fmla="*/ 7983722 w 12208633"/>
              <a:gd name="connsiteY634" fmla="*/ 511018 h 5434893"/>
              <a:gd name="connsiteX635" fmla="*/ 7990967 w 12208633"/>
              <a:gd name="connsiteY635" fmla="*/ 511018 h 5434893"/>
              <a:gd name="connsiteX636" fmla="*/ 7991282 w 12208633"/>
              <a:gd name="connsiteY636" fmla="*/ 486133 h 5434893"/>
              <a:gd name="connsiteX637" fmla="*/ 7991282 w 12208633"/>
              <a:gd name="connsiteY637" fmla="*/ 480463 h 5434893"/>
              <a:gd name="connsiteX638" fmla="*/ 7995062 w 12208633"/>
              <a:gd name="connsiteY638" fmla="*/ 476054 h 5434893"/>
              <a:gd name="connsiteX639" fmla="*/ 7998842 w 12208633"/>
              <a:gd name="connsiteY639" fmla="*/ 480149 h 5434893"/>
              <a:gd name="connsiteX640" fmla="*/ 7998842 w 12208633"/>
              <a:gd name="connsiteY640" fmla="*/ 504088 h 5434893"/>
              <a:gd name="connsiteX641" fmla="*/ 7999157 w 12208633"/>
              <a:gd name="connsiteY641" fmla="*/ 510703 h 5434893"/>
              <a:gd name="connsiteX642" fmla="*/ 8006401 w 12208633"/>
              <a:gd name="connsiteY642" fmla="*/ 510703 h 5434893"/>
              <a:gd name="connsiteX643" fmla="*/ 8006716 w 12208633"/>
              <a:gd name="connsiteY643" fmla="*/ 485818 h 5434893"/>
              <a:gd name="connsiteX644" fmla="*/ 8006716 w 12208633"/>
              <a:gd name="connsiteY644" fmla="*/ 480149 h 5434893"/>
              <a:gd name="connsiteX645" fmla="*/ 8010497 w 12208633"/>
              <a:gd name="connsiteY645" fmla="*/ 475739 h 5434893"/>
              <a:gd name="connsiteX646" fmla="*/ 8014276 w 12208633"/>
              <a:gd name="connsiteY646" fmla="*/ 479833 h 5434893"/>
              <a:gd name="connsiteX647" fmla="*/ 8014276 w 12208633"/>
              <a:gd name="connsiteY647" fmla="*/ 503773 h 5434893"/>
              <a:gd name="connsiteX648" fmla="*/ 8014591 w 12208633"/>
              <a:gd name="connsiteY648" fmla="*/ 510388 h 5434893"/>
              <a:gd name="connsiteX649" fmla="*/ 8104995 w 12208633"/>
              <a:gd name="connsiteY649" fmla="*/ 510388 h 5434893"/>
              <a:gd name="connsiteX650" fmla="*/ 8113184 w 12208633"/>
              <a:gd name="connsiteY650" fmla="*/ 503143 h 5434893"/>
              <a:gd name="connsiteX651" fmla="*/ 8189098 w 12208633"/>
              <a:gd name="connsiteY651" fmla="*/ 503143 h 5434893"/>
              <a:gd name="connsiteX652" fmla="*/ 8199807 w 12208633"/>
              <a:gd name="connsiteY652" fmla="*/ 510703 h 5434893"/>
              <a:gd name="connsiteX653" fmla="*/ 8213037 w 12208633"/>
              <a:gd name="connsiteY653" fmla="*/ 525192 h 5434893"/>
              <a:gd name="connsiteX654" fmla="*/ 8212722 w 12208633"/>
              <a:gd name="connsiteY654" fmla="*/ 542202 h 5434893"/>
              <a:gd name="connsiteX655" fmla="*/ 8213037 w 12208633"/>
              <a:gd name="connsiteY655" fmla="*/ 552912 h 5434893"/>
              <a:gd name="connsiteX656" fmla="*/ 8213037 w 12208633"/>
              <a:gd name="connsiteY656" fmla="*/ 899839 h 5434893"/>
              <a:gd name="connsiteX657" fmla="*/ 8222585 w 12208633"/>
              <a:gd name="connsiteY657" fmla="*/ 899839 h 5434893"/>
              <a:gd name="connsiteX658" fmla="*/ 8222588 w 12208633"/>
              <a:gd name="connsiteY658" fmla="*/ 899188 h 5434893"/>
              <a:gd name="connsiteX659" fmla="*/ 8361723 w 12208633"/>
              <a:gd name="connsiteY659" fmla="*/ 819757 h 5434893"/>
              <a:gd name="connsiteX660" fmla="*/ 8400660 w 12208633"/>
              <a:gd name="connsiteY660" fmla="*/ 891401 h 5434893"/>
              <a:gd name="connsiteX661" fmla="*/ 8528374 w 12208633"/>
              <a:gd name="connsiteY661" fmla="*/ 819237 h 5434893"/>
              <a:gd name="connsiteX662" fmla="*/ 8564716 w 12208633"/>
              <a:gd name="connsiteY662" fmla="*/ 886728 h 5434893"/>
              <a:gd name="connsiteX663" fmla="*/ 8566273 w 12208633"/>
              <a:gd name="connsiteY663" fmla="*/ 724750 h 5434893"/>
              <a:gd name="connsiteX664" fmla="*/ 8590674 w 12208633"/>
              <a:gd name="connsiteY664" fmla="*/ 700868 h 5434893"/>
              <a:gd name="connsiteX665" fmla="*/ 8617151 w 12208633"/>
              <a:gd name="connsiteY665" fmla="*/ 674910 h 5434893"/>
              <a:gd name="connsiteX666" fmla="*/ 8617151 w 12208633"/>
              <a:gd name="connsiteY666" fmla="*/ 624552 h 5434893"/>
              <a:gd name="connsiteX667" fmla="*/ 8649858 w 12208633"/>
              <a:gd name="connsiteY667" fmla="*/ 572636 h 5434893"/>
              <a:gd name="connsiteX668" fmla="*/ 8662318 w 12208633"/>
              <a:gd name="connsiteY668" fmla="*/ 552388 h 5434893"/>
              <a:gd name="connsiteX669" fmla="*/ 8661799 w 12208633"/>
              <a:gd name="connsiteY669" fmla="*/ 524353 h 5434893"/>
              <a:gd name="connsiteX670" fmla="*/ 8675816 w 12208633"/>
              <a:gd name="connsiteY670" fmla="*/ 509298 h 5434893"/>
              <a:gd name="connsiteX671" fmla="*/ 8794185 w 12208633"/>
              <a:gd name="connsiteY671" fmla="*/ 509298 h 5434893"/>
              <a:gd name="connsiteX672" fmla="*/ 8810279 w 12208633"/>
              <a:gd name="connsiteY672" fmla="*/ 527469 h 5434893"/>
              <a:gd name="connsiteX673" fmla="*/ 8810279 w 12208633"/>
              <a:gd name="connsiteY673" fmla="*/ 636493 h 5434893"/>
              <a:gd name="connsiteX674" fmla="*/ 8811837 w 12208633"/>
              <a:gd name="connsiteY674" fmla="*/ 677506 h 5434893"/>
              <a:gd name="connsiteX675" fmla="*/ 8817547 w 12208633"/>
              <a:gd name="connsiteY675" fmla="*/ 686332 h 5434893"/>
              <a:gd name="connsiteX676" fmla="*/ 8822220 w 12208633"/>
              <a:gd name="connsiteY676" fmla="*/ 678025 h 5434893"/>
              <a:gd name="connsiteX677" fmla="*/ 8822220 w 12208633"/>
              <a:gd name="connsiteY677" fmla="*/ 652587 h 5434893"/>
              <a:gd name="connsiteX678" fmla="*/ 8837795 w 12208633"/>
              <a:gd name="connsiteY678" fmla="*/ 637012 h 5434893"/>
              <a:gd name="connsiteX679" fmla="*/ 8854408 w 12208633"/>
              <a:gd name="connsiteY679" fmla="*/ 621956 h 5434893"/>
              <a:gd name="connsiteX680" fmla="*/ 8877770 w 12208633"/>
              <a:gd name="connsiteY680" fmla="*/ 577828 h 5434893"/>
              <a:gd name="connsiteX681" fmla="*/ 8895941 w 12208633"/>
              <a:gd name="connsiteY681" fmla="*/ 561214 h 5434893"/>
              <a:gd name="connsiteX682" fmla="*/ 8932282 w 12208633"/>
              <a:gd name="connsiteY682" fmla="*/ 564848 h 5434893"/>
              <a:gd name="connsiteX683" fmla="*/ 8940589 w 12208633"/>
              <a:gd name="connsiteY683" fmla="*/ 572636 h 5434893"/>
              <a:gd name="connsiteX684" fmla="*/ 8972258 w 12208633"/>
              <a:gd name="connsiteY684" fmla="*/ 628706 h 5434893"/>
              <a:gd name="connsiteX685" fmla="*/ 8972258 w 12208633"/>
              <a:gd name="connsiteY685" fmla="*/ 722673 h 5434893"/>
              <a:gd name="connsiteX686" fmla="*/ 9035595 w 12208633"/>
              <a:gd name="connsiteY686" fmla="*/ 719558 h 5434893"/>
              <a:gd name="connsiteX687" fmla="*/ 9068822 w 12208633"/>
              <a:gd name="connsiteY687" fmla="*/ 146923 h 5434893"/>
              <a:gd name="connsiteX688" fmla="*/ 9146177 w 12208633"/>
              <a:gd name="connsiteY688" fmla="*/ 146923 h 5434893"/>
              <a:gd name="connsiteX689" fmla="*/ 9180961 w 12208633"/>
              <a:gd name="connsiteY689" fmla="*/ 716962 h 5434893"/>
              <a:gd name="connsiteX690" fmla="*/ 9225090 w 12208633"/>
              <a:gd name="connsiteY690" fmla="*/ 715405 h 543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Lst>
            <a:rect l="l" t="t" r="r" b="b"/>
            <a:pathLst>
              <a:path w="12208633" h="5434893">
                <a:moveTo>
                  <a:pt x="7143321" y="892474"/>
                </a:moveTo>
                <a:lnTo>
                  <a:pt x="7143335" y="895416"/>
                </a:lnTo>
                <a:lnTo>
                  <a:pt x="7147277" y="895507"/>
                </a:lnTo>
                <a:lnTo>
                  <a:pt x="7147099" y="892474"/>
                </a:lnTo>
                <a:close/>
                <a:moveTo>
                  <a:pt x="6355163" y="727493"/>
                </a:moveTo>
                <a:lnTo>
                  <a:pt x="6355358" y="727687"/>
                </a:lnTo>
                <a:cubicBezTo>
                  <a:pt x="6355163" y="727687"/>
                  <a:pt x="6355163" y="727687"/>
                  <a:pt x="6354969" y="727687"/>
                </a:cubicBezTo>
                <a:cubicBezTo>
                  <a:pt x="6354969" y="727881"/>
                  <a:pt x="6354775" y="728075"/>
                  <a:pt x="6354969" y="728075"/>
                </a:cubicBezTo>
                <a:cubicBezTo>
                  <a:pt x="6354969" y="727881"/>
                  <a:pt x="6355163" y="727881"/>
                  <a:pt x="6355358" y="727687"/>
                </a:cubicBezTo>
                <a:cubicBezTo>
                  <a:pt x="6355358" y="727687"/>
                  <a:pt x="6355552" y="727493"/>
                  <a:pt x="6355552" y="727493"/>
                </a:cubicBezTo>
                <a:cubicBezTo>
                  <a:pt x="6355358" y="727493"/>
                  <a:pt x="6355358" y="727493"/>
                  <a:pt x="6355163" y="727493"/>
                </a:cubicBezTo>
                <a:close/>
                <a:moveTo>
                  <a:pt x="8604691" y="725788"/>
                </a:moveTo>
                <a:cubicBezTo>
                  <a:pt x="8595865" y="725788"/>
                  <a:pt x="8591193" y="727865"/>
                  <a:pt x="8591193" y="738248"/>
                </a:cubicBezTo>
                <a:cubicBezTo>
                  <a:pt x="8591712" y="788607"/>
                  <a:pt x="8591712" y="839485"/>
                  <a:pt x="8590674" y="889843"/>
                </a:cubicBezTo>
                <a:cubicBezTo>
                  <a:pt x="8590674" y="899188"/>
                  <a:pt x="8593789" y="903341"/>
                  <a:pt x="8603653" y="903341"/>
                </a:cubicBezTo>
                <a:cubicBezTo>
                  <a:pt x="8613517" y="903341"/>
                  <a:pt x="8616632" y="899708"/>
                  <a:pt x="8616632" y="889843"/>
                </a:cubicBezTo>
                <a:cubicBezTo>
                  <a:pt x="8616112" y="864923"/>
                  <a:pt x="8616632" y="840523"/>
                  <a:pt x="8616632" y="815603"/>
                </a:cubicBezTo>
                <a:cubicBezTo>
                  <a:pt x="8616632" y="790164"/>
                  <a:pt x="8616112" y="764206"/>
                  <a:pt x="8616632" y="738767"/>
                </a:cubicBezTo>
                <a:cubicBezTo>
                  <a:pt x="8616632" y="729941"/>
                  <a:pt x="8614555" y="725788"/>
                  <a:pt x="8604691" y="725788"/>
                </a:cubicBezTo>
                <a:close/>
                <a:moveTo>
                  <a:pt x="8744865" y="683217"/>
                </a:moveTo>
                <a:cubicBezTo>
                  <a:pt x="8737078" y="683217"/>
                  <a:pt x="8735001" y="687370"/>
                  <a:pt x="8735001" y="694119"/>
                </a:cubicBezTo>
                <a:cubicBezTo>
                  <a:pt x="8735001" y="760053"/>
                  <a:pt x="8735001" y="825986"/>
                  <a:pt x="8735520" y="892439"/>
                </a:cubicBezTo>
                <a:cubicBezTo>
                  <a:pt x="8735001" y="900226"/>
                  <a:pt x="8738635" y="903341"/>
                  <a:pt x="8746422" y="903341"/>
                </a:cubicBezTo>
                <a:cubicBezTo>
                  <a:pt x="8759921" y="902822"/>
                  <a:pt x="8773938" y="902822"/>
                  <a:pt x="8787436" y="903341"/>
                </a:cubicBezTo>
                <a:cubicBezTo>
                  <a:pt x="8797819" y="903861"/>
                  <a:pt x="8801454" y="899708"/>
                  <a:pt x="8801454" y="889324"/>
                </a:cubicBezTo>
                <a:cubicBezTo>
                  <a:pt x="8800934" y="865443"/>
                  <a:pt x="8801454" y="842080"/>
                  <a:pt x="8801454" y="818718"/>
                </a:cubicBezTo>
                <a:cubicBezTo>
                  <a:pt x="8801454" y="813527"/>
                  <a:pt x="8800415" y="805739"/>
                  <a:pt x="8807164" y="805739"/>
                </a:cubicBezTo>
                <a:cubicBezTo>
                  <a:pt x="8825854" y="805739"/>
                  <a:pt x="8822220" y="792760"/>
                  <a:pt x="8822739" y="781857"/>
                </a:cubicBezTo>
                <a:cubicBezTo>
                  <a:pt x="8822739" y="773551"/>
                  <a:pt x="8819105" y="771474"/>
                  <a:pt x="8811317" y="771474"/>
                </a:cubicBezTo>
                <a:cubicBezTo>
                  <a:pt x="8798858" y="771474"/>
                  <a:pt x="8786398" y="770955"/>
                  <a:pt x="8773938" y="771474"/>
                </a:cubicBezTo>
                <a:cubicBezTo>
                  <a:pt x="8761478" y="771994"/>
                  <a:pt x="8756286" y="766283"/>
                  <a:pt x="8756286" y="754342"/>
                </a:cubicBezTo>
                <a:cubicBezTo>
                  <a:pt x="8756286" y="744997"/>
                  <a:pt x="8756286" y="735133"/>
                  <a:pt x="8756286" y="725269"/>
                </a:cubicBezTo>
                <a:cubicBezTo>
                  <a:pt x="8755767" y="725269"/>
                  <a:pt x="8755767" y="725269"/>
                  <a:pt x="8755767" y="725269"/>
                </a:cubicBezTo>
                <a:cubicBezTo>
                  <a:pt x="8755767" y="714886"/>
                  <a:pt x="8755767" y="705021"/>
                  <a:pt x="8755767" y="694638"/>
                </a:cubicBezTo>
                <a:cubicBezTo>
                  <a:pt x="8755767" y="686851"/>
                  <a:pt x="8753171" y="683217"/>
                  <a:pt x="8744865" y="683217"/>
                </a:cubicBezTo>
                <a:close/>
                <a:moveTo>
                  <a:pt x="5999516" y="672943"/>
                </a:moveTo>
                <a:lnTo>
                  <a:pt x="5999516" y="672950"/>
                </a:lnTo>
                <a:lnTo>
                  <a:pt x="6106191" y="672950"/>
                </a:lnTo>
                <a:lnTo>
                  <a:pt x="6106226" y="672943"/>
                </a:lnTo>
                <a:lnTo>
                  <a:pt x="6103287" y="672943"/>
                </a:lnTo>
                <a:lnTo>
                  <a:pt x="6095614" y="672943"/>
                </a:lnTo>
                <a:close/>
                <a:moveTo>
                  <a:pt x="5844017" y="672943"/>
                </a:moveTo>
                <a:lnTo>
                  <a:pt x="5844017" y="672950"/>
                </a:lnTo>
                <a:lnTo>
                  <a:pt x="5950885" y="672950"/>
                </a:lnTo>
                <a:lnTo>
                  <a:pt x="5950920" y="672943"/>
                </a:lnTo>
                <a:lnTo>
                  <a:pt x="5947738" y="672943"/>
                </a:lnTo>
                <a:lnTo>
                  <a:pt x="5940066" y="672943"/>
                </a:lnTo>
                <a:close/>
                <a:moveTo>
                  <a:pt x="2661207" y="578320"/>
                </a:moveTo>
                <a:lnTo>
                  <a:pt x="2649387" y="591167"/>
                </a:lnTo>
                <a:lnTo>
                  <a:pt x="2649387" y="660718"/>
                </a:lnTo>
                <a:lnTo>
                  <a:pt x="2661207" y="660966"/>
                </a:lnTo>
                <a:cubicBezTo>
                  <a:pt x="2661207" y="660966"/>
                  <a:pt x="2661207" y="660966"/>
                  <a:pt x="2661207" y="612643"/>
                </a:cubicBezTo>
                <a:close/>
                <a:moveTo>
                  <a:pt x="2521154" y="535617"/>
                </a:moveTo>
                <a:cubicBezTo>
                  <a:pt x="2512848" y="535617"/>
                  <a:pt x="2510252" y="539251"/>
                  <a:pt x="2510252" y="547038"/>
                </a:cubicBezTo>
                <a:cubicBezTo>
                  <a:pt x="2510252" y="557421"/>
                  <a:pt x="2510252" y="567286"/>
                  <a:pt x="2510252" y="577669"/>
                </a:cubicBezTo>
                <a:cubicBezTo>
                  <a:pt x="2510252" y="577669"/>
                  <a:pt x="2510252" y="577669"/>
                  <a:pt x="2509733" y="577669"/>
                </a:cubicBezTo>
                <a:cubicBezTo>
                  <a:pt x="2509733" y="587533"/>
                  <a:pt x="2509733" y="597397"/>
                  <a:pt x="2509733" y="606742"/>
                </a:cubicBezTo>
                <a:cubicBezTo>
                  <a:pt x="2509733" y="618683"/>
                  <a:pt x="2504541" y="624394"/>
                  <a:pt x="2492081" y="623874"/>
                </a:cubicBezTo>
                <a:cubicBezTo>
                  <a:pt x="2479621" y="623355"/>
                  <a:pt x="2467161" y="623874"/>
                  <a:pt x="2454702" y="623874"/>
                </a:cubicBezTo>
                <a:cubicBezTo>
                  <a:pt x="2446914" y="623874"/>
                  <a:pt x="2443280" y="625951"/>
                  <a:pt x="2443280" y="634257"/>
                </a:cubicBezTo>
                <a:cubicBezTo>
                  <a:pt x="2443799" y="645160"/>
                  <a:pt x="2440165" y="658139"/>
                  <a:pt x="2458855" y="658139"/>
                </a:cubicBezTo>
                <a:cubicBezTo>
                  <a:pt x="2465604" y="658139"/>
                  <a:pt x="2464565" y="665927"/>
                  <a:pt x="2464565" y="671118"/>
                </a:cubicBezTo>
                <a:lnTo>
                  <a:pt x="2464565" y="735104"/>
                </a:lnTo>
                <a:lnTo>
                  <a:pt x="2530525" y="735104"/>
                </a:lnTo>
                <a:lnTo>
                  <a:pt x="2531018" y="546519"/>
                </a:lnTo>
                <a:cubicBezTo>
                  <a:pt x="2531018" y="539770"/>
                  <a:pt x="2528941" y="535617"/>
                  <a:pt x="2521154" y="535617"/>
                </a:cubicBezTo>
                <a:close/>
                <a:moveTo>
                  <a:pt x="8701774" y="534218"/>
                </a:moveTo>
                <a:cubicBezTo>
                  <a:pt x="8696063" y="534218"/>
                  <a:pt x="8688276" y="532660"/>
                  <a:pt x="8688276" y="540967"/>
                </a:cubicBezTo>
                <a:cubicBezTo>
                  <a:pt x="8688276" y="550312"/>
                  <a:pt x="8681527" y="562253"/>
                  <a:pt x="8695025" y="567963"/>
                </a:cubicBezTo>
                <a:cubicBezTo>
                  <a:pt x="8725656" y="580943"/>
                  <a:pt x="8736558" y="605343"/>
                  <a:pt x="8735520" y="637012"/>
                </a:cubicBezTo>
                <a:cubicBezTo>
                  <a:pt x="8735001" y="666604"/>
                  <a:pt x="8733443" y="664008"/>
                  <a:pt x="8760440" y="664008"/>
                </a:cubicBezTo>
                <a:cubicBezTo>
                  <a:pt x="8763036" y="664008"/>
                  <a:pt x="8765112" y="664008"/>
                  <a:pt x="8767189" y="664527"/>
                </a:cubicBezTo>
                <a:cubicBezTo>
                  <a:pt x="8772899" y="665566"/>
                  <a:pt x="8777053" y="667124"/>
                  <a:pt x="8776534" y="675429"/>
                </a:cubicBezTo>
                <a:cubicBezTo>
                  <a:pt x="8774976" y="692043"/>
                  <a:pt x="8776014" y="708136"/>
                  <a:pt x="8776014" y="724750"/>
                </a:cubicBezTo>
                <a:cubicBezTo>
                  <a:pt x="8776014" y="749669"/>
                  <a:pt x="8776014" y="749669"/>
                  <a:pt x="8799896" y="750708"/>
                </a:cubicBezTo>
                <a:cubicBezTo>
                  <a:pt x="8801454" y="750708"/>
                  <a:pt x="8802492" y="751227"/>
                  <a:pt x="8804049" y="751227"/>
                </a:cubicBezTo>
                <a:cubicBezTo>
                  <a:pt x="8812875" y="751746"/>
                  <a:pt x="8822220" y="754861"/>
                  <a:pt x="8822739" y="740324"/>
                </a:cubicBezTo>
                <a:cubicBezTo>
                  <a:pt x="8823777" y="714886"/>
                  <a:pt x="8823777" y="713328"/>
                  <a:pt x="8806645" y="712809"/>
                </a:cubicBezTo>
                <a:cubicBezTo>
                  <a:pt x="8789513" y="711771"/>
                  <a:pt x="8785359" y="708136"/>
                  <a:pt x="8785359" y="691004"/>
                </a:cubicBezTo>
                <a:cubicBezTo>
                  <a:pt x="8785359" y="667124"/>
                  <a:pt x="8785359" y="643761"/>
                  <a:pt x="8785359" y="620399"/>
                </a:cubicBezTo>
                <a:cubicBezTo>
                  <a:pt x="8784840" y="620399"/>
                  <a:pt x="8784840" y="620399"/>
                  <a:pt x="8784840" y="620399"/>
                </a:cubicBezTo>
                <a:cubicBezTo>
                  <a:pt x="8784840" y="596517"/>
                  <a:pt x="8784321" y="572636"/>
                  <a:pt x="8784840" y="548755"/>
                </a:cubicBezTo>
                <a:cubicBezTo>
                  <a:pt x="8785359" y="538371"/>
                  <a:pt x="8782244" y="533698"/>
                  <a:pt x="8770823" y="534218"/>
                </a:cubicBezTo>
                <a:cubicBezTo>
                  <a:pt x="8747980" y="534737"/>
                  <a:pt x="8724618" y="534218"/>
                  <a:pt x="8701774" y="534218"/>
                </a:cubicBezTo>
                <a:close/>
                <a:moveTo>
                  <a:pt x="7932693" y="518578"/>
                </a:moveTo>
                <a:cubicBezTo>
                  <a:pt x="7932693" y="518892"/>
                  <a:pt x="7932378" y="519208"/>
                  <a:pt x="7932378" y="519208"/>
                </a:cubicBezTo>
                <a:cubicBezTo>
                  <a:pt x="7932378" y="519208"/>
                  <a:pt x="7932693" y="519208"/>
                  <a:pt x="7932693" y="519208"/>
                </a:cubicBezTo>
                <a:cubicBezTo>
                  <a:pt x="7932693" y="519208"/>
                  <a:pt x="7932693" y="518892"/>
                  <a:pt x="7932693" y="518578"/>
                </a:cubicBezTo>
                <a:close/>
                <a:moveTo>
                  <a:pt x="7991282" y="518263"/>
                </a:moveTo>
                <a:cubicBezTo>
                  <a:pt x="7991282" y="518578"/>
                  <a:pt x="7991282" y="518578"/>
                  <a:pt x="7991282" y="518892"/>
                </a:cubicBezTo>
                <a:cubicBezTo>
                  <a:pt x="7991282" y="518892"/>
                  <a:pt x="7991597" y="518892"/>
                  <a:pt x="7991597" y="518892"/>
                </a:cubicBezTo>
                <a:cubicBezTo>
                  <a:pt x="7991597" y="518578"/>
                  <a:pt x="7991282" y="518578"/>
                  <a:pt x="7991282" y="518263"/>
                </a:cubicBezTo>
                <a:close/>
                <a:moveTo>
                  <a:pt x="7933323" y="517633"/>
                </a:moveTo>
                <a:cubicBezTo>
                  <a:pt x="7933008" y="517948"/>
                  <a:pt x="7933008" y="517948"/>
                  <a:pt x="7933008" y="518263"/>
                </a:cubicBezTo>
                <a:cubicBezTo>
                  <a:pt x="7933008" y="518263"/>
                  <a:pt x="7933323" y="518263"/>
                  <a:pt x="7933323" y="518263"/>
                </a:cubicBezTo>
                <a:cubicBezTo>
                  <a:pt x="7933323" y="517948"/>
                  <a:pt x="7933323" y="517948"/>
                  <a:pt x="7933323" y="517633"/>
                </a:cubicBezTo>
                <a:close/>
                <a:moveTo>
                  <a:pt x="9995853" y="483450"/>
                </a:moveTo>
                <a:lnTo>
                  <a:pt x="9995853" y="547260"/>
                </a:lnTo>
                <a:lnTo>
                  <a:pt x="10005688" y="548252"/>
                </a:lnTo>
                <a:cubicBezTo>
                  <a:pt x="10042501" y="555784"/>
                  <a:pt x="10070193" y="588356"/>
                  <a:pt x="10070193" y="627396"/>
                </a:cubicBezTo>
                <a:lnTo>
                  <a:pt x="10070193" y="839288"/>
                </a:lnTo>
                <a:lnTo>
                  <a:pt x="10098404" y="839288"/>
                </a:lnTo>
                <a:lnTo>
                  <a:pt x="10098404" y="483450"/>
                </a:lnTo>
                <a:close/>
                <a:moveTo>
                  <a:pt x="9781381" y="483450"/>
                </a:moveTo>
                <a:lnTo>
                  <a:pt x="9781381" y="547123"/>
                </a:lnTo>
                <a:lnTo>
                  <a:pt x="9792075" y="548201"/>
                </a:lnTo>
                <a:cubicBezTo>
                  <a:pt x="9828888" y="555733"/>
                  <a:pt x="9856579" y="588305"/>
                  <a:pt x="9856579" y="627345"/>
                </a:cubicBezTo>
                <a:lnTo>
                  <a:pt x="9856579" y="839288"/>
                </a:lnTo>
                <a:lnTo>
                  <a:pt x="9908622" y="839288"/>
                </a:lnTo>
                <a:lnTo>
                  <a:pt x="9908621" y="627396"/>
                </a:lnTo>
                <a:lnTo>
                  <a:pt x="9908622" y="627394"/>
                </a:lnTo>
                <a:lnTo>
                  <a:pt x="9908622" y="620889"/>
                </a:lnTo>
                <a:lnTo>
                  <a:pt x="9909277" y="620889"/>
                </a:lnTo>
                <a:lnTo>
                  <a:pt x="9910263" y="611115"/>
                </a:lnTo>
                <a:cubicBezTo>
                  <a:pt x="9916854" y="578904"/>
                  <a:pt x="9942616" y="553676"/>
                  <a:pt x="9975107" y="547872"/>
                </a:cubicBezTo>
                <a:lnTo>
                  <a:pt x="9975644" y="547825"/>
                </a:lnTo>
                <a:lnTo>
                  <a:pt x="9975644" y="483450"/>
                </a:lnTo>
                <a:close/>
                <a:moveTo>
                  <a:pt x="4460613" y="410313"/>
                </a:moveTo>
                <a:lnTo>
                  <a:pt x="4460613" y="474688"/>
                </a:lnTo>
                <a:lnTo>
                  <a:pt x="4461150" y="474735"/>
                </a:lnTo>
                <a:cubicBezTo>
                  <a:pt x="4493641" y="480539"/>
                  <a:pt x="4519403" y="505767"/>
                  <a:pt x="4525994" y="537978"/>
                </a:cubicBezTo>
                <a:lnTo>
                  <a:pt x="4526979" y="547752"/>
                </a:lnTo>
                <a:lnTo>
                  <a:pt x="4527635" y="547752"/>
                </a:lnTo>
                <a:lnTo>
                  <a:pt x="4527635" y="554257"/>
                </a:lnTo>
                <a:lnTo>
                  <a:pt x="4527635" y="554259"/>
                </a:lnTo>
                <a:lnTo>
                  <a:pt x="4527635" y="766151"/>
                </a:lnTo>
                <a:lnTo>
                  <a:pt x="4579677" y="766151"/>
                </a:lnTo>
                <a:lnTo>
                  <a:pt x="4579677" y="554208"/>
                </a:lnTo>
                <a:cubicBezTo>
                  <a:pt x="4579677" y="515168"/>
                  <a:pt x="4607369" y="482596"/>
                  <a:pt x="4644181" y="475064"/>
                </a:cubicBezTo>
                <a:lnTo>
                  <a:pt x="4654875" y="473986"/>
                </a:lnTo>
                <a:lnTo>
                  <a:pt x="4654875" y="410313"/>
                </a:lnTo>
                <a:close/>
                <a:moveTo>
                  <a:pt x="4337854" y="410313"/>
                </a:moveTo>
                <a:lnTo>
                  <a:pt x="4337854" y="645080"/>
                </a:lnTo>
                <a:lnTo>
                  <a:pt x="4354002" y="645080"/>
                </a:lnTo>
                <a:lnTo>
                  <a:pt x="4366063" y="645080"/>
                </a:lnTo>
                <a:lnTo>
                  <a:pt x="4366063" y="554259"/>
                </a:lnTo>
                <a:cubicBezTo>
                  <a:pt x="4366063" y="515219"/>
                  <a:pt x="4393756" y="482648"/>
                  <a:pt x="4430568" y="475115"/>
                </a:cubicBezTo>
                <a:lnTo>
                  <a:pt x="4440404" y="474123"/>
                </a:lnTo>
                <a:lnTo>
                  <a:pt x="4440404" y="410313"/>
                </a:lnTo>
                <a:close/>
                <a:moveTo>
                  <a:pt x="2495196" y="386617"/>
                </a:moveTo>
                <a:cubicBezTo>
                  <a:pt x="2483775" y="386098"/>
                  <a:pt x="2480660" y="390771"/>
                  <a:pt x="2481179" y="401154"/>
                </a:cubicBezTo>
                <a:cubicBezTo>
                  <a:pt x="2481698" y="425035"/>
                  <a:pt x="2481179" y="448917"/>
                  <a:pt x="2481179" y="472798"/>
                </a:cubicBezTo>
                <a:cubicBezTo>
                  <a:pt x="2481179" y="472798"/>
                  <a:pt x="2481179" y="472798"/>
                  <a:pt x="2480660" y="472798"/>
                </a:cubicBezTo>
                <a:cubicBezTo>
                  <a:pt x="2480660" y="496160"/>
                  <a:pt x="2480660" y="519523"/>
                  <a:pt x="2480660" y="543404"/>
                </a:cubicBezTo>
                <a:cubicBezTo>
                  <a:pt x="2480660" y="560536"/>
                  <a:pt x="2476506" y="564171"/>
                  <a:pt x="2459374" y="565209"/>
                </a:cubicBezTo>
                <a:cubicBezTo>
                  <a:pt x="2442242" y="565728"/>
                  <a:pt x="2442242" y="567286"/>
                  <a:pt x="2443280" y="592724"/>
                </a:cubicBezTo>
                <a:cubicBezTo>
                  <a:pt x="2443799" y="607261"/>
                  <a:pt x="2453144" y="604146"/>
                  <a:pt x="2461970" y="603627"/>
                </a:cubicBezTo>
                <a:cubicBezTo>
                  <a:pt x="2463527" y="603627"/>
                  <a:pt x="2464565" y="603108"/>
                  <a:pt x="2466123" y="603108"/>
                </a:cubicBezTo>
                <a:cubicBezTo>
                  <a:pt x="2490005" y="602069"/>
                  <a:pt x="2490005" y="602069"/>
                  <a:pt x="2490005" y="577150"/>
                </a:cubicBezTo>
                <a:cubicBezTo>
                  <a:pt x="2490005" y="560536"/>
                  <a:pt x="2491043" y="544443"/>
                  <a:pt x="2489485" y="527829"/>
                </a:cubicBezTo>
                <a:cubicBezTo>
                  <a:pt x="2488966" y="519523"/>
                  <a:pt x="2493120" y="517965"/>
                  <a:pt x="2498830" y="516927"/>
                </a:cubicBezTo>
                <a:cubicBezTo>
                  <a:pt x="2500907" y="516408"/>
                  <a:pt x="2502983" y="516408"/>
                  <a:pt x="2505579" y="516408"/>
                </a:cubicBezTo>
                <a:cubicBezTo>
                  <a:pt x="2532576" y="516408"/>
                  <a:pt x="2531018" y="519003"/>
                  <a:pt x="2530499" y="489411"/>
                </a:cubicBezTo>
                <a:cubicBezTo>
                  <a:pt x="2529461" y="457742"/>
                  <a:pt x="2540363" y="433342"/>
                  <a:pt x="2570994" y="420363"/>
                </a:cubicBezTo>
                <a:cubicBezTo>
                  <a:pt x="2584492" y="414652"/>
                  <a:pt x="2577743" y="402711"/>
                  <a:pt x="2577743" y="393366"/>
                </a:cubicBezTo>
                <a:cubicBezTo>
                  <a:pt x="2577743" y="385060"/>
                  <a:pt x="2569956" y="386617"/>
                  <a:pt x="2564244" y="386617"/>
                </a:cubicBezTo>
                <a:cubicBezTo>
                  <a:pt x="2541401" y="386617"/>
                  <a:pt x="2518039" y="387136"/>
                  <a:pt x="2495196" y="386617"/>
                </a:cubicBezTo>
                <a:close/>
                <a:moveTo>
                  <a:pt x="9258835" y="0"/>
                </a:moveTo>
                <a:lnTo>
                  <a:pt x="9334633" y="0"/>
                </a:lnTo>
                <a:lnTo>
                  <a:pt x="9369417" y="714886"/>
                </a:lnTo>
                <a:lnTo>
                  <a:pt x="9451963" y="716443"/>
                </a:lnTo>
                <a:lnTo>
                  <a:pt x="9451511" y="839288"/>
                </a:lnTo>
                <a:lnTo>
                  <a:pt x="9695008" y="839288"/>
                </a:lnTo>
                <a:lnTo>
                  <a:pt x="9695008" y="627345"/>
                </a:lnTo>
                <a:lnTo>
                  <a:pt x="9695008" y="627342"/>
                </a:lnTo>
                <a:lnTo>
                  <a:pt x="9695008" y="620838"/>
                </a:lnTo>
                <a:lnTo>
                  <a:pt x="9695582" y="620838"/>
                </a:lnTo>
                <a:lnTo>
                  <a:pt x="9696270" y="613044"/>
                </a:lnTo>
                <a:cubicBezTo>
                  <a:pt x="9702073" y="580553"/>
                  <a:pt x="9727301" y="554792"/>
                  <a:pt x="9759513" y="548201"/>
                </a:cubicBezTo>
                <a:lnTo>
                  <a:pt x="9761172" y="548033"/>
                </a:lnTo>
                <a:lnTo>
                  <a:pt x="9761172" y="452927"/>
                </a:lnTo>
                <a:lnTo>
                  <a:pt x="9781381" y="452927"/>
                </a:lnTo>
                <a:lnTo>
                  <a:pt x="9781381" y="453137"/>
                </a:lnTo>
                <a:lnTo>
                  <a:pt x="10098404" y="453137"/>
                </a:lnTo>
                <a:lnTo>
                  <a:pt x="10098404" y="395857"/>
                </a:lnTo>
                <a:lnTo>
                  <a:pt x="10098404" y="395855"/>
                </a:lnTo>
                <a:lnTo>
                  <a:pt x="10098404" y="322646"/>
                </a:lnTo>
                <a:lnTo>
                  <a:pt x="10147724" y="322646"/>
                </a:lnTo>
                <a:lnTo>
                  <a:pt x="10192315" y="322646"/>
                </a:lnTo>
                <a:lnTo>
                  <a:pt x="10192315" y="412796"/>
                </a:lnTo>
                <a:lnTo>
                  <a:pt x="10192315" y="839288"/>
                </a:lnTo>
                <a:lnTo>
                  <a:pt x="10237382" y="839288"/>
                </a:lnTo>
                <a:lnTo>
                  <a:pt x="10237382" y="787976"/>
                </a:lnTo>
                <a:lnTo>
                  <a:pt x="10237382" y="787525"/>
                </a:lnTo>
                <a:lnTo>
                  <a:pt x="10237382" y="786823"/>
                </a:lnTo>
                <a:lnTo>
                  <a:pt x="10293811" y="786823"/>
                </a:lnTo>
                <a:lnTo>
                  <a:pt x="10293811" y="486617"/>
                </a:lnTo>
                <a:lnTo>
                  <a:pt x="10293811" y="486615"/>
                </a:lnTo>
                <a:lnTo>
                  <a:pt x="10293811" y="412796"/>
                </a:lnTo>
                <a:lnTo>
                  <a:pt x="10293812" y="412796"/>
                </a:lnTo>
                <a:lnTo>
                  <a:pt x="10364543" y="412796"/>
                </a:lnTo>
                <a:lnTo>
                  <a:pt x="10435273" y="412796"/>
                </a:lnTo>
                <a:lnTo>
                  <a:pt x="10435273" y="493478"/>
                </a:lnTo>
                <a:lnTo>
                  <a:pt x="10435272" y="493478"/>
                </a:lnTo>
                <a:lnTo>
                  <a:pt x="10435272" y="787653"/>
                </a:lnTo>
                <a:lnTo>
                  <a:pt x="10479889" y="787653"/>
                </a:lnTo>
                <a:lnTo>
                  <a:pt x="10479889" y="834346"/>
                </a:lnTo>
                <a:lnTo>
                  <a:pt x="10479889" y="883894"/>
                </a:lnTo>
                <a:lnTo>
                  <a:pt x="10634153" y="798062"/>
                </a:lnTo>
                <a:lnTo>
                  <a:pt x="10634153" y="890261"/>
                </a:lnTo>
                <a:lnTo>
                  <a:pt x="10799859" y="798062"/>
                </a:lnTo>
                <a:lnTo>
                  <a:pt x="10799859" y="890261"/>
                </a:lnTo>
                <a:lnTo>
                  <a:pt x="10965565" y="798062"/>
                </a:lnTo>
                <a:lnTo>
                  <a:pt x="10965565" y="890261"/>
                </a:lnTo>
                <a:lnTo>
                  <a:pt x="11131272" y="798062"/>
                </a:lnTo>
                <a:lnTo>
                  <a:pt x="11131272" y="894809"/>
                </a:lnTo>
                <a:lnTo>
                  <a:pt x="10965565" y="894809"/>
                </a:lnTo>
                <a:lnTo>
                  <a:pt x="10957391" y="894809"/>
                </a:lnTo>
                <a:lnTo>
                  <a:pt x="10799859" y="894809"/>
                </a:lnTo>
                <a:lnTo>
                  <a:pt x="10791685" y="894809"/>
                </a:lnTo>
                <a:lnTo>
                  <a:pt x="10634153" y="894809"/>
                </a:lnTo>
                <a:lnTo>
                  <a:pt x="10625978" y="894809"/>
                </a:lnTo>
                <a:lnTo>
                  <a:pt x="10479889" y="894809"/>
                </a:lnTo>
                <a:lnTo>
                  <a:pt x="10479889" y="894815"/>
                </a:lnTo>
                <a:lnTo>
                  <a:pt x="11131272" y="894815"/>
                </a:lnTo>
                <a:lnTo>
                  <a:pt x="11131272" y="930426"/>
                </a:lnTo>
                <a:lnTo>
                  <a:pt x="11131272" y="1058032"/>
                </a:lnTo>
                <a:lnTo>
                  <a:pt x="11135416" y="1058032"/>
                </a:lnTo>
                <a:cubicBezTo>
                  <a:pt x="11135416" y="1058032"/>
                  <a:pt x="11135416" y="1058032"/>
                  <a:pt x="11135416" y="475513"/>
                </a:cubicBezTo>
                <a:cubicBezTo>
                  <a:pt x="11135416" y="475513"/>
                  <a:pt x="11135416" y="475513"/>
                  <a:pt x="11317073" y="475513"/>
                </a:cubicBezTo>
                <a:cubicBezTo>
                  <a:pt x="11317073" y="475513"/>
                  <a:pt x="11317073" y="475513"/>
                  <a:pt x="11317073" y="957415"/>
                </a:cubicBezTo>
                <a:cubicBezTo>
                  <a:pt x="11327605" y="928290"/>
                  <a:pt x="11356564" y="864742"/>
                  <a:pt x="11385524" y="864742"/>
                </a:cubicBezTo>
                <a:cubicBezTo>
                  <a:pt x="11427648" y="864742"/>
                  <a:pt x="11467139" y="970654"/>
                  <a:pt x="11467139" y="970654"/>
                </a:cubicBezTo>
                <a:cubicBezTo>
                  <a:pt x="11467139" y="970654"/>
                  <a:pt x="11501364" y="864742"/>
                  <a:pt x="11540855" y="864742"/>
                </a:cubicBezTo>
                <a:cubicBezTo>
                  <a:pt x="11580346" y="864742"/>
                  <a:pt x="11622470" y="970654"/>
                  <a:pt x="11622470" y="970654"/>
                </a:cubicBezTo>
                <a:cubicBezTo>
                  <a:pt x="11622470" y="970654"/>
                  <a:pt x="11656695" y="864742"/>
                  <a:pt x="11696186" y="864742"/>
                </a:cubicBezTo>
                <a:cubicBezTo>
                  <a:pt x="11735677" y="864742"/>
                  <a:pt x="11777800" y="970654"/>
                  <a:pt x="11777800" y="970654"/>
                </a:cubicBezTo>
                <a:cubicBezTo>
                  <a:pt x="11777800" y="970654"/>
                  <a:pt x="11777800" y="970654"/>
                  <a:pt x="11777800" y="994485"/>
                </a:cubicBezTo>
                <a:cubicBezTo>
                  <a:pt x="11777800" y="994485"/>
                  <a:pt x="11777800" y="994485"/>
                  <a:pt x="11851517" y="994485"/>
                </a:cubicBezTo>
                <a:cubicBezTo>
                  <a:pt x="11851517" y="994485"/>
                  <a:pt x="11851517" y="994485"/>
                  <a:pt x="11851517" y="920346"/>
                </a:cubicBezTo>
                <a:cubicBezTo>
                  <a:pt x="11798862" y="909755"/>
                  <a:pt x="11759371" y="862094"/>
                  <a:pt x="11759371" y="806490"/>
                </a:cubicBezTo>
                <a:cubicBezTo>
                  <a:pt x="11759371" y="750886"/>
                  <a:pt x="11798862" y="703225"/>
                  <a:pt x="11851517" y="692634"/>
                </a:cubicBezTo>
                <a:cubicBezTo>
                  <a:pt x="11851517" y="692634"/>
                  <a:pt x="11851517" y="692634"/>
                  <a:pt x="11851517" y="562891"/>
                </a:cubicBezTo>
                <a:cubicBezTo>
                  <a:pt x="11851517" y="562891"/>
                  <a:pt x="11851517" y="562891"/>
                  <a:pt x="11898906" y="562891"/>
                </a:cubicBezTo>
                <a:cubicBezTo>
                  <a:pt x="11898906" y="562891"/>
                  <a:pt x="11898906" y="562891"/>
                  <a:pt x="11898906" y="692634"/>
                </a:cubicBezTo>
                <a:cubicBezTo>
                  <a:pt x="11951560" y="703225"/>
                  <a:pt x="11991051" y="750886"/>
                  <a:pt x="11991051" y="806490"/>
                </a:cubicBezTo>
                <a:cubicBezTo>
                  <a:pt x="11991051" y="864742"/>
                  <a:pt x="11951560" y="909755"/>
                  <a:pt x="11898906" y="920346"/>
                </a:cubicBezTo>
                <a:cubicBezTo>
                  <a:pt x="11898906" y="920346"/>
                  <a:pt x="11898906" y="920346"/>
                  <a:pt x="11898906" y="994485"/>
                </a:cubicBezTo>
                <a:cubicBezTo>
                  <a:pt x="11898906" y="994485"/>
                  <a:pt x="11898906" y="994485"/>
                  <a:pt x="11962091" y="994485"/>
                </a:cubicBezTo>
                <a:cubicBezTo>
                  <a:pt x="11962091" y="994485"/>
                  <a:pt x="11962091" y="994485"/>
                  <a:pt x="11962091" y="917698"/>
                </a:cubicBezTo>
                <a:cubicBezTo>
                  <a:pt x="11962091" y="917698"/>
                  <a:pt x="11962091" y="917698"/>
                  <a:pt x="12041073" y="917698"/>
                </a:cubicBezTo>
                <a:cubicBezTo>
                  <a:pt x="12041073" y="917698"/>
                  <a:pt x="12041073" y="917698"/>
                  <a:pt x="12041073" y="817081"/>
                </a:cubicBezTo>
                <a:cubicBezTo>
                  <a:pt x="12041073" y="817081"/>
                  <a:pt x="12041073" y="817081"/>
                  <a:pt x="12155715" y="817081"/>
                </a:cubicBezTo>
                <a:lnTo>
                  <a:pt x="12200316" y="817081"/>
                </a:lnTo>
                <a:lnTo>
                  <a:pt x="12200316" y="1105184"/>
                </a:lnTo>
                <a:lnTo>
                  <a:pt x="12208559" y="1105184"/>
                </a:lnTo>
                <a:lnTo>
                  <a:pt x="12208559" y="1153840"/>
                </a:lnTo>
                <a:lnTo>
                  <a:pt x="12208559" y="1225322"/>
                </a:lnTo>
                <a:lnTo>
                  <a:pt x="12208633" y="1225322"/>
                </a:lnTo>
                <a:lnTo>
                  <a:pt x="12208633" y="1247932"/>
                </a:lnTo>
                <a:lnTo>
                  <a:pt x="12200316" y="1247932"/>
                </a:lnTo>
                <a:lnTo>
                  <a:pt x="12200316" y="5434893"/>
                </a:lnTo>
                <a:lnTo>
                  <a:pt x="8318" y="5434893"/>
                </a:lnTo>
                <a:lnTo>
                  <a:pt x="8318" y="1247932"/>
                </a:lnTo>
                <a:lnTo>
                  <a:pt x="0" y="1247932"/>
                </a:lnTo>
                <a:lnTo>
                  <a:pt x="0" y="1225322"/>
                </a:lnTo>
                <a:lnTo>
                  <a:pt x="0" y="1063433"/>
                </a:lnTo>
                <a:lnTo>
                  <a:pt x="56578" y="1063433"/>
                </a:lnTo>
                <a:cubicBezTo>
                  <a:pt x="82782" y="1063433"/>
                  <a:pt x="112730" y="1063433"/>
                  <a:pt x="146955" y="1063433"/>
                </a:cubicBezTo>
                <a:cubicBezTo>
                  <a:pt x="146955" y="1063433"/>
                  <a:pt x="146955" y="1063433"/>
                  <a:pt x="146955" y="480915"/>
                </a:cubicBezTo>
                <a:cubicBezTo>
                  <a:pt x="146955" y="480915"/>
                  <a:pt x="146955" y="480915"/>
                  <a:pt x="328613" y="480915"/>
                </a:cubicBezTo>
                <a:cubicBezTo>
                  <a:pt x="328613" y="480915"/>
                  <a:pt x="328613" y="480915"/>
                  <a:pt x="328613" y="962816"/>
                </a:cubicBezTo>
                <a:cubicBezTo>
                  <a:pt x="339144" y="933691"/>
                  <a:pt x="368104" y="870143"/>
                  <a:pt x="397064" y="870143"/>
                </a:cubicBezTo>
                <a:cubicBezTo>
                  <a:pt x="439187" y="870143"/>
                  <a:pt x="478678" y="976055"/>
                  <a:pt x="478678" y="976055"/>
                </a:cubicBezTo>
                <a:cubicBezTo>
                  <a:pt x="478678" y="976055"/>
                  <a:pt x="512903" y="870143"/>
                  <a:pt x="552394" y="870143"/>
                </a:cubicBezTo>
                <a:cubicBezTo>
                  <a:pt x="591885" y="870143"/>
                  <a:pt x="634009" y="976055"/>
                  <a:pt x="634009" y="976055"/>
                </a:cubicBezTo>
                <a:cubicBezTo>
                  <a:pt x="634009" y="976055"/>
                  <a:pt x="668234" y="870143"/>
                  <a:pt x="707725" y="870143"/>
                </a:cubicBezTo>
                <a:cubicBezTo>
                  <a:pt x="747216" y="870143"/>
                  <a:pt x="789340" y="976055"/>
                  <a:pt x="789340" y="976055"/>
                </a:cubicBezTo>
                <a:cubicBezTo>
                  <a:pt x="789340" y="976055"/>
                  <a:pt x="789340" y="976055"/>
                  <a:pt x="789340" y="999886"/>
                </a:cubicBezTo>
                <a:cubicBezTo>
                  <a:pt x="789340" y="999886"/>
                  <a:pt x="789340" y="999886"/>
                  <a:pt x="863056" y="999886"/>
                </a:cubicBezTo>
                <a:cubicBezTo>
                  <a:pt x="863056" y="999886"/>
                  <a:pt x="863056" y="999886"/>
                  <a:pt x="863056" y="925747"/>
                </a:cubicBezTo>
                <a:cubicBezTo>
                  <a:pt x="810402" y="915156"/>
                  <a:pt x="770911" y="867495"/>
                  <a:pt x="770911" y="811891"/>
                </a:cubicBezTo>
                <a:cubicBezTo>
                  <a:pt x="770911" y="756287"/>
                  <a:pt x="810402" y="708626"/>
                  <a:pt x="863056" y="698035"/>
                </a:cubicBezTo>
                <a:cubicBezTo>
                  <a:pt x="863056" y="698035"/>
                  <a:pt x="863056" y="698035"/>
                  <a:pt x="863056" y="568293"/>
                </a:cubicBezTo>
                <a:cubicBezTo>
                  <a:pt x="863056" y="568293"/>
                  <a:pt x="863056" y="568293"/>
                  <a:pt x="910445" y="568293"/>
                </a:cubicBezTo>
                <a:cubicBezTo>
                  <a:pt x="910445" y="568293"/>
                  <a:pt x="910445" y="568293"/>
                  <a:pt x="910445" y="698035"/>
                </a:cubicBezTo>
                <a:cubicBezTo>
                  <a:pt x="963099" y="708626"/>
                  <a:pt x="1002590" y="756287"/>
                  <a:pt x="1002590" y="811891"/>
                </a:cubicBezTo>
                <a:cubicBezTo>
                  <a:pt x="1002590" y="870143"/>
                  <a:pt x="963099" y="915156"/>
                  <a:pt x="910445" y="925747"/>
                </a:cubicBezTo>
                <a:cubicBezTo>
                  <a:pt x="910445" y="925747"/>
                  <a:pt x="910445" y="925747"/>
                  <a:pt x="910445" y="999886"/>
                </a:cubicBezTo>
                <a:cubicBezTo>
                  <a:pt x="910445" y="999886"/>
                  <a:pt x="910445" y="999886"/>
                  <a:pt x="973630" y="999886"/>
                </a:cubicBezTo>
                <a:cubicBezTo>
                  <a:pt x="973630" y="999886"/>
                  <a:pt x="973630" y="999886"/>
                  <a:pt x="973630" y="923099"/>
                </a:cubicBezTo>
                <a:cubicBezTo>
                  <a:pt x="973630" y="923099"/>
                  <a:pt x="973630" y="923099"/>
                  <a:pt x="1052612" y="923099"/>
                </a:cubicBezTo>
                <a:cubicBezTo>
                  <a:pt x="1052612" y="923099"/>
                  <a:pt x="1052612" y="923099"/>
                  <a:pt x="1052612" y="822482"/>
                </a:cubicBezTo>
                <a:cubicBezTo>
                  <a:pt x="1052612" y="822482"/>
                  <a:pt x="1052612" y="822482"/>
                  <a:pt x="1223739" y="822482"/>
                </a:cubicBezTo>
                <a:cubicBezTo>
                  <a:pt x="1223739" y="822482"/>
                  <a:pt x="1223739" y="822482"/>
                  <a:pt x="1223739" y="533871"/>
                </a:cubicBezTo>
                <a:cubicBezTo>
                  <a:pt x="1223739" y="533871"/>
                  <a:pt x="1223739" y="533871"/>
                  <a:pt x="1452786" y="533871"/>
                </a:cubicBezTo>
                <a:cubicBezTo>
                  <a:pt x="1452786" y="533871"/>
                  <a:pt x="1452786" y="533871"/>
                  <a:pt x="1452786" y="827778"/>
                </a:cubicBezTo>
                <a:cubicBezTo>
                  <a:pt x="1452786" y="827778"/>
                  <a:pt x="1452786" y="827778"/>
                  <a:pt x="1687099" y="827778"/>
                </a:cubicBezTo>
                <a:cubicBezTo>
                  <a:pt x="1687099" y="827778"/>
                  <a:pt x="1687099" y="827778"/>
                  <a:pt x="1687099" y="645080"/>
                </a:cubicBezTo>
                <a:cubicBezTo>
                  <a:pt x="1687099" y="645080"/>
                  <a:pt x="1687099" y="645080"/>
                  <a:pt x="1795945" y="645080"/>
                </a:cubicBezTo>
                <a:lnTo>
                  <a:pt x="1814336" y="645080"/>
                </a:lnTo>
                <a:lnTo>
                  <a:pt x="1814055" y="568843"/>
                </a:lnTo>
                <a:lnTo>
                  <a:pt x="1896602" y="567286"/>
                </a:lnTo>
                <a:lnTo>
                  <a:pt x="1917630" y="135119"/>
                </a:lnTo>
                <a:lnTo>
                  <a:pt x="2020520" y="135119"/>
                </a:lnTo>
                <a:lnTo>
                  <a:pt x="2040929" y="567805"/>
                </a:lnTo>
                <a:lnTo>
                  <a:pt x="2085058" y="569362"/>
                </a:lnTo>
                <a:lnTo>
                  <a:pt x="2104692" y="247596"/>
                </a:lnTo>
                <a:lnTo>
                  <a:pt x="2211603" y="247596"/>
                </a:lnTo>
                <a:lnTo>
                  <a:pt x="2230423" y="571958"/>
                </a:lnTo>
                <a:lnTo>
                  <a:pt x="2293761" y="575073"/>
                </a:lnTo>
                <a:cubicBezTo>
                  <a:pt x="2293761" y="543923"/>
                  <a:pt x="2293761" y="512255"/>
                  <a:pt x="2293761" y="481105"/>
                </a:cubicBezTo>
                <a:cubicBezTo>
                  <a:pt x="2293761" y="456704"/>
                  <a:pt x="2303625" y="437495"/>
                  <a:pt x="2325430" y="425035"/>
                </a:cubicBezTo>
                <a:cubicBezTo>
                  <a:pt x="2329064" y="422959"/>
                  <a:pt x="2331660" y="420882"/>
                  <a:pt x="2333736" y="417248"/>
                </a:cubicBezTo>
                <a:cubicBezTo>
                  <a:pt x="2338409" y="408422"/>
                  <a:pt x="2365406" y="405307"/>
                  <a:pt x="2370078" y="413614"/>
                </a:cubicBezTo>
                <a:cubicBezTo>
                  <a:pt x="2374751" y="421920"/>
                  <a:pt x="2382019" y="425035"/>
                  <a:pt x="2388249" y="430227"/>
                </a:cubicBezTo>
                <a:cubicBezTo>
                  <a:pt x="2402785" y="441648"/>
                  <a:pt x="2411611" y="456185"/>
                  <a:pt x="2411611" y="474355"/>
                </a:cubicBezTo>
                <a:cubicBezTo>
                  <a:pt x="2411611" y="487335"/>
                  <a:pt x="2416802" y="490969"/>
                  <a:pt x="2428224" y="489411"/>
                </a:cubicBezTo>
                <a:cubicBezTo>
                  <a:pt x="2439646" y="487854"/>
                  <a:pt x="2444318" y="494084"/>
                  <a:pt x="2443799" y="504986"/>
                </a:cubicBezTo>
                <a:cubicBezTo>
                  <a:pt x="2443280" y="513293"/>
                  <a:pt x="2443799" y="521599"/>
                  <a:pt x="2443799" y="530425"/>
                </a:cubicBezTo>
                <a:cubicBezTo>
                  <a:pt x="2443799" y="534059"/>
                  <a:pt x="2443280" y="538213"/>
                  <a:pt x="2448472" y="538732"/>
                </a:cubicBezTo>
                <a:cubicBezTo>
                  <a:pt x="2454182" y="539251"/>
                  <a:pt x="2454182" y="534059"/>
                  <a:pt x="2454182" y="529906"/>
                </a:cubicBezTo>
                <a:cubicBezTo>
                  <a:pt x="2454702" y="516408"/>
                  <a:pt x="2455740" y="502390"/>
                  <a:pt x="2455740" y="488892"/>
                </a:cubicBezTo>
                <a:cubicBezTo>
                  <a:pt x="2456259" y="452551"/>
                  <a:pt x="2456259" y="416209"/>
                  <a:pt x="2455740" y="379868"/>
                </a:cubicBezTo>
                <a:cubicBezTo>
                  <a:pt x="2455740" y="368966"/>
                  <a:pt x="2459374" y="361697"/>
                  <a:pt x="2471834" y="361697"/>
                </a:cubicBezTo>
                <a:cubicBezTo>
                  <a:pt x="2511290" y="361697"/>
                  <a:pt x="2550746" y="361697"/>
                  <a:pt x="2590203" y="361697"/>
                </a:cubicBezTo>
                <a:cubicBezTo>
                  <a:pt x="2600067" y="361697"/>
                  <a:pt x="2604739" y="366889"/>
                  <a:pt x="2604220" y="376753"/>
                </a:cubicBezTo>
                <a:cubicBezTo>
                  <a:pt x="2604220" y="386098"/>
                  <a:pt x="2604739" y="395443"/>
                  <a:pt x="2603701" y="404788"/>
                </a:cubicBezTo>
                <a:cubicBezTo>
                  <a:pt x="2602662" y="415171"/>
                  <a:pt x="2606297" y="420882"/>
                  <a:pt x="2616161" y="425035"/>
                </a:cubicBezTo>
                <a:cubicBezTo>
                  <a:pt x="2637965" y="434899"/>
                  <a:pt x="2648349" y="453070"/>
                  <a:pt x="2648868" y="476951"/>
                </a:cubicBezTo>
                <a:cubicBezTo>
                  <a:pt x="2648868" y="493565"/>
                  <a:pt x="2648868" y="510697"/>
                  <a:pt x="2648868" y="527310"/>
                </a:cubicBezTo>
                <a:cubicBezTo>
                  <a:pt x="2648868" y="542106"/>
                  <a:pt x="2648090" y="548596"/>
                  <a:pt x="2651010" y="551386"/>
                </a:cubicBezTo>
                <a:lnTo>
                  <a:pt x="2661207" y="552175"/>
                </a:lnTo>
                <a:lnTo>
                  <a:pt x="2661207" y="497877"/>
                </a:lnTo>
                <a:cubicBezTo>
                  <a:pt x="2661207" y="443514"/>
                  <a:pt x="2661207" y="371030"/>
                  <a:pt x="2661207" y="274385"/>
                </a:cubicBezTo>
                <a:cubicBezTo>
                  <a:pt x="2661207" y="274385"/>
                  <a:pt x="2661207" y="274385"/>
                  <a:pt x="2916581" y="274385"/>
                </a:cubicBezTo>
                <a:cubicBezTo>
                  <a:pt x="2916581" y="274385"/>
                  <a:pt x="2916581" y="274385"/>
                  <a:pt x="2916581" y="623897"/>
                </a:cubicBezTo>
                <a:cubicBezTo>
                  <a:pt x="2916581" y="623897"/>
                  <a:pt x="2916581" y="623897"/>
                  <a:pt x="3103505" y="623897"/>
                </a:cubicBezTo>
                <a:cubicBezTo>
                  <a:pt x="3103505" y="623897"/>
                  <a:pt x="3103505" y="623897"/>
                  <a:pt x="3103505" y="938986"/>
                </a:cubicBezTo>
                <a:cubicBezTo>
                  <a:pt x="3103505" y="938986"/>
                  <a:pt x="3103505" y="938986"/>
                  <a:pt x="3253570" y="938986"/>
                </a:cubicBezTo>
                <a:cubicBezTo>
                  <a:pt x="3253570" y="938986"/>
                  <a:pt x="3253570" y="938986"/>
                  <a:pt x="3253570" y="833074"/>
                </a:cubicBezTo>
                <a:cubicBezTo>
                  <a:pt x="3253570" y="833074"/>
                  <a:pt x="3253570" y="833074"/>
                  <a:pt x="3458923" y="833074"/>
                </a:cubicBezTo>
                <a:cubicBezTo>
                  <a:pt x="3458923" y="833074"/>
                  <a:pt x="3458923" y="833074"/>
                  <a:pt x="3458923" y="449141"/>
                </a:cubicBezTo>
                <a:cubicBezTo>
                  <a:pt x="3458923" y="449141"/>
                  <a:pt x="3458923" y="449141"/>
                  <a:pt x="3619519" y="449141"/>
                </a:cubicBezTo>
                <a:cubicBezTo>
                  <a:pt x="3619519" y="449141"/>
                  <a:pt x="3619519" y="449141"/>
                  <a:pt x="3619519" y="822482"/>
                </a:cubicBezTo>
                <a:cubicBezTo>
                  <a:pt x="3619519" y="822482"/>
                  <a:pt x="3619519" y="822482"/>
                  <a:pt x="3716929" y="822482"/>
                </a:cubicBezTo>
                <a:cubicBezTo>
                  <a:pt x="3716929" y="822482"/>
                  <a:pt x="3716929" y="822482"/>
                  <a:pt x="3716929" y="533871"/>
                </a:cubicBezTo>
                <a:cubicBezTo>
                  <a:pt x="3716929" y="533871"/>
                  <a:pt x="3716929" y="533871"/>
                  <a:pt x="3948609" y="533871"/>
                </a:cubicBezTo>
                <a:cubicBezTo>
                  <a:pt x="3948609" y="533871"/>
                  <a:pt x="3948609" y="533871"/>
                  <a:pt x="3948609" y="827778"/>
                </a:cubicBezTo>
                <a:cubicBezTo>
                  <a:pt x="3948609" y="827778"/>
                  <a:pt x="3948609" y="827778"/>
                  <a:pt x="3952270" y="827778"/>
                </a:cubicBezTo>
                <a:lnTo>
                  <a:pt x="3956368" y="827778"/>
                </a:lnTo>
                <a:lnTo>
                  <a:pt x="3956368" y="761209"/>
                </a:lnTo>
                <a:lnTo>
                  <a:pt x="3956368" y="714516"/>
                </a:lnTo>
                <a:lnTo>
                  <a:pt x="4000985" y="714516"/>
                </a:lnTo>
                <a:lnTo>
                  <a:pt x="4000985" y="420341"/>
                </a:lnTo>
                <a:lnTo>
                  <a:pt x="4000984" y="420341"/>
                </a:lnTo>
                <a:lnTo>
                  <a:pt x="4000984" y="339659"/>
                </a:lnTo>
                <a:lnTo>
                  <a:pt x="4071715" y="339659"/>
                </a:lnTo>
                <a:lnTo>
                  <a:pt x="4142446" y="339659"/>
                </a:lnTo>
                <a:lnTo>
                  <a:pt x="4142446" y="413478"/>
                </a:lnTo>
                <a:lnTo>
                  <a:pt x="4142446" y="413480"/>
                </a:lnTo>
                <a:lnTo>
                  <a:pt x="4142446" y="713686"/>
                </a:lnTo>
                <a:lnTo>
                  <a:pt x="4182921" y="713686"/>
                </a:lnTo>
                <a:lnTo>
                  <a:pt x="4182921" y="705384"/>
                </a:lnTo>
                <a:cubicBezTo>
                  <a:pt x="4182921" y="687899"/>
                  <a:pt x="4182921" y="667917"/>
                  <a:pt x="4182921" y="645080"/>
                </a:cubicBezTo>
                <a:cubicBezTo>
                  <a:pt x="4182921" y="645080"/>
                  <a:pt x="4182921" y="645080"/>
                  <a:pt x="4214842" y="645080"/>
                </a:cubicBezTo>
                <a:lnTo>
                  <a:pt x="4243942" y="645080"/>
                </a:lnTo>
                <a:lnTo>
                  <a:pt x="4243942" y="339659"/>
                </a:lnTo>
                <a:lnTo>
                  <a:pt x="4243942" y="249509"/>
                </a:lnTo>
                <a:lnTo>
                  <a:pt x="4288534" y="249509"/>
                </a:lnTo>
                <a:lnTo>
                  <a:pt x="4337854" y="249509"/>
                </a:lnTo>
                <a:lnTo>
                  <a:pt x="4337854" y="322718"/>
                </a:lnTo>
                <a:lnTo>
                  <a:pt x="4337854" y="322720"/>
                </a:lnTo>
                <a:lnTo>
                  <a:pt x="4337854" y="380000"/>
                </a:lnTo>
                <a:lnTo>
                  <a:pt x="4654875" y="380000"/>
                </a:lnTo>
                <a:lnTo>
                  <a:pt x="4654875" y="379790"/>
                </a:lnTo>
                <a:lnTo>
                  <a:pt x="4675084" y="379790"/>
                </a:lnTo>
                <a:lnTo>
                  <a:pt x="4675084" y="474896"/>
                </a:lnTo>
                <a:lnTo>
                  <a:pt x="4676745" y="475064"/>
                </a:lnTo>
                <a:cubicBezTo>
                  <a:pt x="4708955" y="481655"/>
                  <a:pt x="4734183" y="507417"/>
                  <a:pt x="4739988" y="539907"/>
                </a:cubicBezTo>
                <a:lnTo>
                  <a:pt x="4740674" y="547701"/>
                </a:lnTo>
                <a:lnTo>
                  <a:pt x="4741248" y="547701"/>
                </a:lnTo>
                <a:lnTo>
                  <a:pt x="4741248" y="554205"/>
                </a:lnTo>
                <a:lnTo>
                  <a:pt x="4741248" y="554208"/>
                </a:lnTo>
                <a:lnTo>
                  <a:pt x="4741248" y="739927"/>
                </a:lnTo>
                <a:lnTo>
                  <a:pt x="4764753" y="740400"/>
                </a:lnTo>
                <a:cubicBezTo>
                  <a:pt x="4764753" y="740400"/>
                  <a:pt x="4764753" y="740400"/>
                  <a:pt x="4764753" y="666262"/>
                </a:cubicBezTo>
                <a:cubicBezTo>
                  <a:pt x="4764753" y="666262"/>
                  <a:pt x="4764753" y="666262"/>
                  <a:pt x="4899024" y="666262"/>
                </a:cubicBezTo>
                <a:cubicBezTo>
                  <a:pt x="4899024" y="666262"/>
                  <a:pt x="4899024" y="666262"/>
                  <a:pt x="4899024" y="735104"/>
                </a:cubicBezTo>
                <a:cubicBezTo>
                  <a:pt x="4899024" y="735104"/>
                  <a:pt x="4899024" y="735104"/>
                  <a:pt x="5028026" y="735104"/>
                </a:cubicBezTo>
                <a:cubicBezTo>
                  <a:pt x="5028026" y="735104"/>
                  <a:pt x="5028026" y="735104"/>
                  <a:pt x="5028026" y="658319"/>
                </a:cubicBezTo>
                <a:cubicBezTo>
                  <a:pt x="5028026" y="658319"/>
                  <a:pt x="5028026" y="658319"/>
                  <a:pt x="5154397" y="660966"/>
                </a:cubicBezTo>
                <a:cubicBezTo>
                  <a:pt x="5154397" y="660966"/>
                  <a:pt x="5154397" y="660966"/>
                  <a:pt x="5154397" y="369707"/>
                </a:cubicBezTo>
                <a:cubicBezTo>
                  <a:pt x="5154397" y="369707"/>
                  <a:pt x="5154397" y="369707"/>
                  <a:pt x="5409771" y="369707"/>
                </a:cubicBezTo>
                <a:cubicBezTo>
                  <a:pt x="5409771" y="369707"/>
                  <a:pt x="5409771" y="369707"/>
                  <a:pt x="5409771" y="623897"/>
                </a:cubicBezTo>
                <a:cubicBezTo>
                  <a:pt x="5409771" y="623897"/>
                  <a:pt x="5409771" y="623897"/>
                  <a:pt x="5599327" y="623897"/>
                </a:cubicBezTo>
                <a:cubicBezTo>
                  <a:pt x="5599327" y="623897"/>
                  <a:pt x="5599327" y="623897"/>
                  <a:pt x="5599327" y="681817"/>
                </a:cubicBezTo>
                <a:lnTo>
                  <a:pt x="5599327" y="692743"/>
                </a:lnTo>
                <a:lnTo>
                  <a:pt x="5628967" y="692743"/>
                </a:lnTo>
                <a:lnTo>
                  <a:pt x="5628967" y="672950"/>
                </a:lnTo>
                <a:lnTo>
                  <a:pt x="5794767" y="672950"/>
                </a:lnTo>
                <a:lnTo>
                  <a:pt x="5794803" y="672943"/>
                </a:lnTo>
                <a:lnTo>
                  <a:pt x="5792189" y="672943"/>
                </a:lnTo>
                <a:lnTo>
                  <a:pt x="5784518" y="672943"/>
                </a:lnTo>
                <a:lnTo>
                  <a:pt x="5628967" y="672943"/>
                </a:lnTo>
                <a:lnTo>
                  <a:pt x="5792189" y="576196"/>
                </a:lnTo>
                <a:lnTo>
                  <a:pt x="5792189" y="668395"/>
                </a:lnTo>
                <a:lnTo>
                  <a:pt x="5947738" y="576196"/>
                </a:lnTo>
                <a:lnTo>
                  <a:pt x="5947738" y="668395"/>
                </a:lnTo>
                <a:lnTo>
                  <a:pt x="6103287" y="576196"/>
                </a:lnTo>
                <a:lnTo>
                  <a:pt x="6103287" y="668395"/>
                </a:lnTo>
                <a:lnTo>
                  <a:pt x="6258836" y="576196"/>
                </a:lnTo>
                <a:lnTo>
                  <a:pt x="6258836" y="672943"/>
                </a:lnTo>
                <a:lnTo>
                  <a:pt x="6154820" y="672943"/>
                </a:lnTo>
                <a:lnTo>
                  <a:pt x="6154820" y="672950"/>
                </a:lnTo>
                <a:lnTo>
                  <a:pt x="6258836" y="672950"/>
                </a:lnTo>
                <a:lnTo>
                  <a:pt x="6258836" y="708560"/>
                </a:lnTo>
                <a:lnTo>
                  <a:pt x="6258836" y="726328"/>
                </a:lnTo>
                <a:lnTo>
                  <a:pt x="6349534" y="726328"/>
                </a:lnTo>
                <a:cubicBezTo>
                  <a:pt x="6354193" y="726328"/>
                  <a:pt x="6354387" y="726134"/>
                  <a:pt x="6354387" y="721669"/>
                </a:cubicBezTo>
                <a:cubicBezTo>
                  <a:pt x="6354387" y="698761"/>
                  <a:pt x="6354387" y="676048"/>
                  <a:pt x="6354387" y="653142"/>
                </a:cubicBezTo>
                <a:cubicBezTo>
                  <a:pt x="6354387" y="651200"/>
                  <a:pt x="6354193" y="649647"/>
                  <a:pt x="6351863" y="648482"/>
                </a:cubicBezTo>
                <a:cubicBezTo>
                  <a:pt x="6348369" y="646735"/>
                  <a:pt x="6348563" y="644018"/>
                  <a:pt x="6352251" y="641882"/>
                </a:cubicBezTo>
                <a:cubicBezTo>
                  <a:pt x="6353999" y="640911"/>
                  <a:pt x="6354581" y="639941"/>
                  <a:pt x="6354581" y="638194"/>
                </a:cubicBezTo>
                <a:cubicBezTo>
                  <a:pt x="6354581" y="622081"/>
                  <a:pt x="6354581" y="605967"/>
                  <a:pt x="6354581" y="589854"/>
                </a:cubicBezTo>
                <a:cubicBezTo>
                  <a:pt x="6354581" y="587719"/>
                  <a:pt x="6353610" y="586554"/>
                  <a:pt x="6351863" y="585584"/>
                </a:cubicBezTo>
                <a:cubicBezTo>
                  <a:pt x="6348757" y="583836"/>
                  <a:pt x="6348757" y="581507"/>
                  <a:pt x="6351863" y="579954"/>
                </a:cubicBezTo>
                <a:cubicBezTo>
                  <a:pt x="6354581" y="578595"/>
                  <a:pt x="6354581" y="576848"/>
                  <a:pt x="6354581" y="574712"/>
                </a:cubicBezTo>
                <a:cubicBezTo>
                  <a:pt x="6354581" y="559182"/>
                  <a:pt x="6354581" y="543651"/>
                  <a:pt x="6354581" y="528121"/>
                </a:cubicBezTo>
                <a:cubicBezTo>
                  <a:pt x="6354581" y="525792"/>
                  <a:pt x="6354387" y="524238"/>
                  <a:pt x="6351669" y="522879"/>
                </a:cubicBezTo>
                <a:cubicBezTo>
                  <a:pt x="6348369" y="521326"/>
                  <a:pt x="6348563" y="518026"/>
                  <a:pt x="6351863" y="516473"/>
                </a:cubicBezTo>
                <a:cubicBezTo>
                  <a:pt x="6354193" y="515308"/>
                  <a:pt x="6354387" y="513755"/>
                  <a:pt x="6354387" y="511814"/>
                </a:cubicBezTo>
                <a:cubicBezTo>
                  <a:pt x="6354387" y="496672"/>
                  <a:pt x="6354387" y="481335"/>
                  <a:pt x="6354387" y="465999"/>
                </a:cubicBezTo>
                <a:cubicBezTo>
                  <a:pt x="6354387" y="463864"/>
                  <a:pt x="6353999" y="462311"/>
                  <a:pt x="6351475" y="460952"/>
                </a:cubicBezTo>
                <a:cubicBezTo>
                  <a:pt x="6348369" y="459399"/>
                  <a:pt x="6348563" y="456293"/>
                  <a:pt x="6351863" y="454545"/>
                </a:cubicBezTo>
                <a:cubicBezTo>
                  <a:pt x="6353999" y="453575"/>
                  <a:pt x="6354387" y="452410"/>
                  <a:pt x="6354387" y="450469"/>
                </a:cubicBezTo>
                <a:cubicBezTo>
                  <a:pt x="6354387" y="434356"/>
                  <a:pt x="6354387" y="418243"/>
                  <a:pt x="6354387" y="402130"/>
                </a:cubicBezTo>
                <a:cubicBezTo>
                  <a:pt x="6354387" y="400189"/>
                  <a:pt x="6353805" y="399218"/>
                  <a:pt x="6351863" y="398054"/>
                </a:cubicBezTo>
                <a:cubicBezTo>
                  <a:pt x="6348369" y="396112"/>
                  <a:pt x="6348369" y="393394"/>
                  <a:pt x="6352057" y="391453"/>
                </a:cubicBezTo>
                <a:cubicBezTo>
                  <a:pt x="6354193" y="390288"/>
                  <a:pt x="6354387" y="388929"/>
                  <a:pt x="6354387" y="387182"/>
                </a:cubicBezTo>
                <a:cubicBezTo>
                  <a:pt x="6354387" y="371652"/>
                  <a:pt x="6354387" y="356121"/>
                  <a:pt x="6354387" y="340591"/>
                </a:cubicBezTo>
                <a:cubicBezTo>
                  <a:pt x="6354387" y="338650"/>
                  <a:pt x="6354193" y="337096"/>
                  <a:pt x="6351863" y="335932"/>
                </a:cubicBezTo>
                <a:cubicBezTo>
                  <a:pt x="6348369" y="334185"/>
                  <a:pt x="6348563" y="331467"/>
                  <a:pt x="6352251" y="329331"/>
                </a:cubicBezTo>
                <a:cubicBezTo>
                  <a:pt x="6353999" y="328361"/>
                  <a:pt x="6354581" y="327390"/>
                  <a:pt x="6354581" y="325643"/>
                </a:cubicBezTo>
                <a:cubicBezTo>
                  <a:pt x="6354581" y="309530"/>
                  <a:pt x="6354581" y="293417"/>
                  <a:pt x="6354581" y="277304"/>
                </a:cubicBezTo>
                <a:cubicBezTo>
                  <a:pt x="6354581" y="275363"/>
                  <a:pt x="6353999" y="273810"/>
                  <a:pt x="6351863" y="273227"/>
                </a:cubicBezTo>
                <a:cubicBezTo>
                  <a:pt x="6349922" y="272645"/>
                  <a:pt x="6349534" y="271286"/>
                  <a:pt x="6349922" y="269539"/>
                </a:cubicBezTo>
                <a:cubicBezTo>
                  <a:pt x="6350310" y="267792"/>
                  <a:pt x="6351863" y="267209"/>
                  <a:pt x="6353610" y="267209"/>
                </a:cubicBezTo>
                <a:cubicBezTo>
                  <a:pt x="6354775" y="267209"/>
                  <a:pt x="6356134" y="267209"/>
                  <a:pt x="6357299" y="267209"/>
                </a:cubicBezTo>
                <a:cubicBezTo>
                  <a:pt x="6380206" y="267209"/>
                  <a:pt x="6403308" y="267209"/>
                  <a:pt x="6426409" y="267209"/>
                </a:cubicBezTo>
                <a:cubicBezTo>
                  <a:pt x="6427768" y="267209"/>
                  <a:pt x="6429321" y="267015"/>
                  <a:pt x="6430680" y="267209"/>
                </a:cubicBezTo>
                <a:cubicBezTo>
                  <a:pt x="6433010" y="267404"/>
                  <a:pt x="6433980" y="268568"/>
                  <a:pt x="6433980" y="270704"/>
                </a:cubicBezTo>
                <a:cubicBezTo>
                  <a:pt x="6433786" y="272839"/>
                  <a:pt x="6432233" y="273033"/>
                  <a:pt x="6430486" y="273033"/>
                </a:cubicBezTo>
                <a:cubicBezTo>
                  <a:pt x="6429515" y="273033"/>
                  <a:pt x="6428739" y="273033"/>
                  <a:pt x="6427962" y="273033"/>
                </a:cubicBezTo>
                <a:cubicBezTo>
                  <a:pt x="6427962" y="273422"/>
                  <a:pt x="6427768" y="273810"/>
                  <a:pt x="6427768" y="274198"/>
                </a:cubicBezTo>
                <a:cubicBezTo>
                  <a:pt x="6427768" y="292641"/>
                  <a:pt x="6427768" y="310889"/>
                  <a:pt x="6427768" y="329137"/>
                </a:cubicBezTo>
                <a:cubicBezTo>
                  <a:pt x="6428933" y="329331"/>
                  <a:pt x="6429904" y="329137"/>
                  <a:pt x="6430874" y="329331"/>
                </a:cubicBezTo>
                <a:cubicBezTo>
                  <a:pt x="6432622" y="329525"/>
                  <a:pt x="6433786" y="330690"/>
                  <a:pt x="6433786" y="332438"/>
                </a:cubicBezTo>
                <a:cubicBezTo>
                  <a:pt x="6433980" y="334379"/>
                  <a:pt x="6433010" y="335737"/>
                  <a:pt x="6430874" y="336126"/>
                </a:cubicBezTo>
                <a:cubicBezTo>
                  <a:pt x="6429710" y="336320"/>
                  <a:pt x="6428739" y="336320"/>
                  <a:pt x="6427768" y="336320"/>
                </a:cubicBezTo>
                <a:cubicBezTo>
                  <a:pt x="6427768" y="354763"/>
                  <a:pt x="6427768" y="373011"/>
                  <a:pt x="6427768" y="391259"/>
                </a:cubicBezTo>
                <a:cubicBezTo>
                  <a:pt x="6428933" y="391259"/>
                  <a:pt x="6429904" y="391259"/>
                  <a:pt x="6430874" y="391453"/>
                </a:cubicBezTo>
                <a:cubicBezTo>
                  <a:pt x="6433010" y="391647"/>
                  <a:pt x="6433786" y="393006"/>
                  <a:pt x="6433786" y="395142"/>
                </a:cubicBezTo>
                <a:cubicBezTo>
                  <a:pt x="6433786" y="396889"/>
                  <a:pt x="6432816" y="398054"/>
                  <a:pt x="6430874" y="398248"/>
                </a:cubicBezTo>
                <a:cubicBezTo>
                  <a:pt x="6429710" y="398248"/>
                  <a:pt x="6428739" y="398248"/>
                  <a:pt x="6427768" y="398248"/>
                </a:cubicBezTo>
                <a:cubicBezTo>
                  <a:pt x="6427768" y="417078"/>
                  <a:pt x="6427768" y="435715"/>
                  <a:pt x="6427768" y="454351"/>
                </a:cubicBezTo>
                <a:cubicBezTo>
                  <a:pt x="6428933" y="454545"/>
                  <a:pt x="6429904" y="454351"/>
                  <a:pt x="6430874" y="454545"/>
                </a:cubicBezTo>
                <a:cubicBezTo>
                  <a:pt x="6432622" y="454740"/>
                  <a:pt x="6433786" y="455904"/>
                  <a:pt x="6433786" y="457652"/>
                </a:cubicBezTo>
                <a:cubicBezTo>
                  <a:pt x="6433980" y="459593"/>
                  <a:pt x="6433010" y="460952"/>
                  <a:pt x="6430874" y="461340"/>
                </a:cubicBezTo>
                <a:cubicBezTo>
                  <a:pt x="6429710" y="461534"/>
                  <a:pt x="6428739" y="461534"/>
                  <a:pt x="6427768" y="461534"/>
                </a:cubicBezTo>
                <a:cubicBezTo>
                  <a:pt x="6427574" y="461534"/>
                  <a:pt x="6427574" y="461534"/>
                  <a:pt x="6427574" y="461534"/>
                </a:cubicBezTo>
                <a:cubicBezTo>
                  <a:pt x="6427574" y="461728"/>
                  <a:pt x="6427574" y="461728"/>
                  <a:pt x="6427574" y="461728"/>
                </a:cubicBezTo>
                <a:lnTo>
                  <a:pt x="6427768" y="461728"/>
                </a:lnTo>
                <a:cubicBezTo>
                  <a:pt x="6427768" y="480171"/>
                  <a:pt x="6427768" y="498419"/>
                  <a:pt x="6427768" y="516667"/>
                </a:cubicBezTo>
                <a:cubicBezTo>
                  <a:pt x="6428933" y="516861"/>
                  <a:pt x="6429904" y="516667"/>
                  <a:pt x="6430874" y="516861"/>
                </a:cubicBezTo>
                <a:cubicBezTo>
                  <a:pt x="6433010" y="517055"/>
                  <a:pt x="6433980" y="518608"/>
                  <a:pt x="6433786" y="520550"/>
                </a:cubicBezTo>
                <a:cubicBezTo>
                  <a:pt x="6433786" y="522297"/>
                  <a:pt x="6432816" y="523462"/>
                  <a:pt x="6430874" y="523656"/>
                </a:cubicBezTo>
                <a:cubicBezTo>
                  <a:pt x="6429710" y="523850"/>
                  <a:pt x="6428739" y="523850"/>
                  <a:pt x="6427768" y="523850"/>
                </a:cubicBezTo>
                <a:cubicBezTo>
                  <a:pt x="6427768" y="542681"/>
                  <a:pt x="6427768" y="561317"/>
                  <a:pt x="6427768" y="579954"/>
                </a:cubicBezTo>
                <a:cubicBezTo>
                  <a:pt x="6429127" y="579954"/>
                  <a:pt x="6430292" y="579954"/>
                  <a:pt x="6431457" y="580148"/>
                </a:cubicBezTo>
                <a:cubicBezTo>
                  <a:pt x="6433010" y="580536"/>
                  <a:pt x="6433786" y="581701"/>
                  <a:pt x="6433786" y="583254"/>
                </a:cubicBezTo>
                <a:cubicBezTo>
                  <a:pt x="6433786" y="585001"/>
                  <a:pt x="6433010" y="585778"/>
                  <a:pt x="6431263" y="585972"/>
                </a:cubicBezTo>
                <a:cubicBezTo>
                  <a:pt x="6430098" y="586166"/>
                  <a:pt x="6428933" y="586749"/>
                  <a:pt x="6427768" y="587137"/>
                </a:cubicBezTo>
                <a:cubicBezTo>
                  <a:pt x="6427768" y="605580"/>
                  <a:pt x="6427768" y="623828"/>
                  <a:pt x="6427768" y="642076"/>
                </a:cubicBezTo>
                <a:cubicBezTo>
                  <a:pt x="6428933" y="642270"/>
                  <a:pt x="6429904" y="642076"/>
                  <a:pt x="6430874" y="642270"/>
                </a:cubicBezTo>
                <a:cubicBezTo>
                  <a:pt x="6433010" y="642465"/>
                  <a:pt x="6433980" y="643823"/>
                  <a:pt x="6433786" y="645959"/>
                </a:cubicBezTo>
                <a:cubicBezTo>
                  <a:pt x="6433786" y="647706"/>
                  <a:pt x="6432816" y="648871"/>
                  <a:pt x="6430874" y="649065"/>
                </a:cubicBezTo>
                <a:cubicBezTo>
                  <a:pt x="6429710" y="649259"/>
                  <a:pt x="6428739" y="649259"/>
                  <a:pt x="6427768" y="649259"/>
                </a:cubicBezTo>
                <a:cubicBezTo>
                  <a:pt x="6427768" y="675272"/>
                  <a:pt x="6427768" y="701479"/>
                  <a:pt x="6427768" y="727687"/>
                </a:cubicBezTo>
                <a:cubicBezTo>
                  <a:pt x="6435339" y="727687"/>
                  <a:pt x="6443105" y="727881"/>
                  <a:pt x="6450870" y="727881"/>
                </a:cubicBezTo>
                <a:cubicBezTo>
                  <a:pt x="6473583" y="727881"/>
                  <a:pt x="6496490" y="727687"/>
                  <a:pt x="6519204" y="727687"/>
                </a:cubicBezTo>
                <a:cubicBezTo>
                  <a:pt x="6519204" y="714680"/>
                  <a:pt x="6519398" y="701479"/>
                  <a:pt x="6519398" y="688473"/>
                </a:cubicBezTo>
                <a:cubicBezTo>
                  <a:pt x="6519398" y="675466"/>
                  <a:pt x="6519398" y="662266"/>
                  <a:pt x="6519398" y="649259"/>
                </a:cubicBezTo>
                <a:cubicBezTo>
                  <a:pt x="6518427" y="649259"/>
                  <a:pt x="6517651" y="649259"/>
                  <a:pt x="6516874" y="649259"/>
                </a:cubicBezTo>
                <a:cubicBezTo>
                  <a:pt x="6514545" y="649259"/>
                  <a:pt x="6513186" y="647900"/>
                  <a:pt x="6513186" y="645570"/>
                </a:cubicBezTo>
                <a:cubicBezTo>
                  <a:pt x="6513186" y="643435"/>
                  <a:pt x="6514545" y="642465"/>
                  <a:pt x="6516680" y="642270"/>
                </a:cubicBezTo>
                <a:cubicBezTo>
                  <a:pt x="6517651" y="642270"/>
                  <a:pt x="6518427" y="642270"/>
                  <a:pt x="6519204" y="642270"/>
                </a:cubicBezTo>
                <a:cubicBezTo>
                  <a:pt x="6519204" y="623440"/>
                  <a:pt x="6519204" y="604803"/>
                  <a:pt x="6519204" y="586166"/>
                </a:cubicBezTo>
                <a:cubicBezTo>
                  <a:pt x="6518815" y="586166"/>
                  <a:pt x="6518427" y="586166"/>
                  <a:pt x="6518039" y="586166"/>
                </a:cubicBezTo>
                <a:cubicBezTo>
                  <a:pt x="6515904" y="586166"/>
                  <a:pt x="6513768" y="585972"/>
                  <a:pt x="6513574" y="583448"/>
                </a:cubicBezTo>
                <a:cubicBezTo>
                  <a:pt x="6513186" y="580342"/>
                  <a:pt x="6515709" y="580148"/>
                  <a:pt x="6518039" y="580148"/>
                </a:cubicBezTo>
                <a:cubicBezTo>
                  <a:pt x="6518427" y="580148"/>
                  <a:pt x="6518815" y="580148"/>
                  <a:pt x="6519204" y="580148"/>
                </a:cubicBezTo>
                <a:cubicBezTo>
                  <a:pt x="6519204" y="561317"/>
                  <a:pt x="6519204" y="542681"/>
                  <a:pt x="6519204" y="524044"/>
                </a:cubicBezTo>
                <a:cubicBezTo>
                  <a:pt x="6518039" y="523850"/>
                  <a:pt x="6517068" y="524044"/>
                  <a:pt x="6516098" y="523850"/>
                </a:cubicBezTo>
                <a:cubicBezTo>
                  <a:pt x="6514156" y="523462"/>
                  <a:pt x="6513186" y="522297"/>
                  <a:pt x="6513186" y="520550"/>
                </a:cubicBezTo>
                <a:cubicBezTo>
                  <a:pt x="6513186" y="518415"/>
                  <a:pt x="6514156" y="517250"/>
                  <a:pt x="6516292" y="516861"/>
                </a:cubicBezTo>
                <a:cubicBezTo>
                  <a:pt x="6517457" y="516667"/>
                  <a:pt x="6518427" y="516667"/>
                  <a:pt x="6519398" y="516667"/>
                </a:cubicBezTo>
                <a:cubicBezTo>
                  <a:pt x="6519398" y="498225"/>
                  <a:pt x="6519398" y="479977"/>
                  <a:pt x="6519398" y="461728"/>
                </a:cubicBezTo>
                <a:cubicBezTo>
                  <a:pt x="6519204" y="461728"/>
                  <a:pt x="6519010" y="461728"/>
                  <a:pt x="6518815" y="461728"/>
                </a:cubicBezTo>
                <a:cubicBezTo>
                  <a:pt x="6515904" y="461534"/>
                  <a:pt x="6513380" y="460369"/>
                  <a:pt x="6513574" y="457263"/>
                </a:cubicBezTo>
                <a:cubicBezTo>
                  <a:pt x="6513768" y="453963"/>
                  <a:pt x="6517068" y="454740"/>
                  <a:pt x="6519398" y="454545"/>
                </a:cubicBezTo>
                <a:cubicBezTo>
                  <a:pt x="6519398" y="435715"/>
                  <a:pt x="6519398" y="417078"/>
                  <a:pt x="6519398" y="398442"/>
                </a:cubicBezTo>
                <a:cubicBezTo>
                  <a:pt x="6517068" y="398442"/>
                  <a:pt x="6514156" y="399024"/>
                  <a:pt x="6513574" y="395724"/>
                </a:cubicBezTo>
                <a:cubicBezTo>
                  <a:pt x="6513186" y="393589"/>
                  <a:pt x="6515321" y="392036"/>
                  <a:pt x="6519592" y="391259"/>
                </a:cubicBezTo>
                <a:cubicBezTo>
                  <a:pt x="6519592" y="372817"/>
                  <a:pt x="6519592" y="354568"/>
                  <a:pt x="6519592" y="336320"/>
                </a:cubicBezTo>
                <a:cubicBezTo>
                  <a:pt x="6519010" y="336320"/>
                  <a:pt x="6518427" y="336320"/>
                  <a:pt x="6517845" y="336320"/>
                </a:cubicBezTo>
                <a:cubicBezTo>
                  <a:pt x="6515515" y="336320"/>
                  <a:pt x="6513574" y="335543"/>
                  <a:pt x="6513574" y="332826"/>
                </a:cubicBezTo>
                <a:cubicBezTo>
                  <a:pt x="6513574" y="330108"/>
                  <a:pt x="6515321" y="329331"/>
                  <a:pt x="6517845" y="329331"/>
                </a:cubicBezTo>
                <a:cubicBezTo>
                  <a:pt x="6518427" y="329331"/>
                  <a:pt x="6519010" y="329331"/>
                  <a:pt x="6519592" y="329331"/>
                </a:cubicBezTo>
                <a:cubicBezTo>
                  <a:pt x="6519592" y="311083"/>
                  <a:pt x="6519592" y="292835"/>
                  <a:pt x="6519592" y="274586"/>
                </a:cubicBezTo>
                <a:cubicBezTo>
                  <a:pt x="6518621" y="273227"/>
                  <a:pt x="6517068" y="273422"/>
                  <a:pt x="6515709" y="273033"/>
                </a:cubicBezTo>
                <a:cubicBezTo>
                  <a:pt x="6514156" y="272645"/>
                  <a:pt x="6513380" y="271480"/>
                  <a:pt x="6513574" y="269927"/>
                </a:cubicBezTo>
                <a:cubicBezTo>
                  <a:pt x="6513768" y="268374"/>
                  <a:pt x="6514933" y="267598"/>
                  <a:pt x="6516486" y="267404"/>
                </a:cubicBezTo>
                <a:cubicBezTo>
                  <a:pt x="6517651" y="267209"/>
                  <a:pt x="6519010" y="267209"/>
                  <a:pt x="6520174" y="267209"/>
                </a:cubicBezTo>
                <a:cubicBezTo>
                  <a:pt x="6544052" y="267209"/>
                  <a:pt x="6567930" y="267209"/>
                  <a:pt x="6591809" y="267209"/>
                </a:cubicBezTo>
                <a:cubicBezTo>
                  <a:pt x="6592779" y="267209"/>
                  <a:pt x="6593556" y="267209"/>
                  <a:pt x="6594332" y="267209"/>
                </a:cubicBezTo>
                <a:cubicBezTo>
                  <a:pt x="6595885" y="267209"/>
                  <a:pt x="6597632" y="267404"/>
                  <a:pt x="6598409" y="269733"/>
                </a:cubicBezTo>
                <a:cubicBezTo>
                  <a:pt x="6598603" y="271286"/>
                  <a:pt x="6598409" y="273033"/>
                  <a:pt x="6596274" y="273227"/>
                </a:cubicBezTo>
                <a:cubicBezTo>
                  <a:pt x="6593750" y="273616"/>
                  <a:pt x="6593556" y="275169"/>
                  <a:pt x="6593556" y="277110"/>
                </a:cubicBezTo>
                <a:cubicBezTo>
                  <a:pt x="6593556" y="293223"/>
                  <a:pt x="6593556" y="309336"/>
                  <a:pt x="6593556" y="325449"/>
                </a:cubicBezTo>
                <a:cubicBezTo>
                  <a:pt x="6593556" y="327390"/>
                  <a:pt x="6594138" y="328361"/>
                  <a:pt x="6596079" y="329525"/>
                </a:cubicBezTo>
                <a:cubicBezTo>
                  <a:pt x="6599574" y="331467"/>
                  <a:pt x="6599574" y="334185"/>
                  <a:pt x="6595885" y="336126"/>
                </a:cubicBezTo>
                <a:cubicBezTo>
                  <a:pt x="6593750" y="337291"/>
                  <a:pt x="6593556" y="338650"/>
                  <a:pt x="6593556" y="340397"/>
                </a:cubicBezTo>
                <a:cubicBezTo>
                  <a:pt x="6593556" y="355927"/>
                  <a:pt x="6593556" y="371458"/>
                  <a:pt x="6593556" y="386988"/>
                </a:cubicBezTo>
                <a:cubicBezTo>
                  <a:pt x="6593556" y="388929"/>
                  <a:pt x="6593750" y="390482"/>
                  <a:pt x="6596079" y="391647"/>
                </a:cubicBezTo>
                <a:cubicBezTo>
                  <a:pt x="6599768" y="393589"/>
                  <a:pt x="6599574" y="396501"/>
                  <a:pt x="6595691" y="398442"/>
                </a:cubicBezTo>
                <a:cubicBezTo>
                  <a:pt x="6593750" y="399412"/>
                  <a:pt x="6593556" y="400771"/>
                  <a:pt x="6593556" y="402324"/>
                </a:cubicBezTo>
                <a:cubicBezTo>
                  <a:pt x="6593556" y="407954"/>
                  <a:pt x="6593556" y="413390"/>
                  <a:pt x="6593556" y="419020"/>
                </a:cubicBezTo>
                <a:cubicBezTo>
                  <a:pt x="6593556" y="429309"/>
                  <a:pt x="6593556" y="439403"/>
                  <a:pt x="6593556" y="449498"/>
                </a:cubicBezTo>
                <a:cubicBezTo>
                  <a:pt x="6593556" y="451828"/>
                  <a:pt x="6593167" y="453963"/>
                  <a:pt x="6596662" y="454934"/>
                </a:cubicBezTo>
                <a:cubicBezTo>
                  <a:pt x="6599186" y="455516"/>
                  <a:pt x="6599380" y="459981"/>
                  <a:pt x="6596662" y="460952"/>
                </a:cubicBezTo>
                <a:cubicBezTo>
                  <a:pt x="6592779" y="462505"/>
                  <a:pt x="6593362" y="465029"/>
                  <a:pt x="6593362" y="467746"/>
                </a:cubicBezTo>
                <a:cubicBezTo>
                  <a:pt x="6593362" y="482112"/>
                  <a:pt x="6593362" y="496283"/>
                  <a:pt x="6593362" y="510649"/>
                </a:cubicBezTo>
                <a:cubicBezTo>
                  <a:pt x="6593362" y="513367"/>
                  <a:pt x="6592973" y="515891"/>
                  <a:pt x="6596662" y="517444"/>
                </a:cubicBezTo>
                <a:cubicBezTo>
                  <a:pt x="6599380" y="518415"/>
                  <a:pt x="6599186" y="522685"/>
                  <a:pt x="6596468" y="523462"/>
                </a:cubicBezTo>
                <a:cubicBezTo>
                  <a:pt x="6593362" y="524238"/>
                  <a:pt x="6593362" y="525986"/>
                  <a:pt x="6593362" y="528315"/>
                </a:cubicBezTo>
                <a:cubicBezTo>
                  <a:pt x="6593362" y="539381"/>
                  <a:pt x="6593362" y="550640"/>
                  <a:pt x="6593362" y="561706"/>
                </a:cubicBezTo>
                <a:cubicBezTo>
                  <a:pt x="6593362" y="566365"/>
                  <a:pt x="6593362" y="570830"/>
                  <a:pt x="6593362" y="575489"/>
                </a:cubicBezTo>
                <a:cubicBezTo>
                  <a:pt x="6593362" y="577430"/>
                  <a:pt x="6593362" y="578983"/>
                  <a:pt x="6596079" y="579954"/>
                </a:cubicBezTo>
                <a:cubicBezTo>
                  <a:pt x="6598991" y="581119"/>
                  <a:pt x="6599186" y="584613"/>
                  <a:pt x="6596274" y="585584"/>
                </a:cubicBezTo>
                <a:cubicBezTo>
                  <a:pt x="6593167" y="586360"/>
                  <a:pt x="6593167" y="588107"/>
                  <a:pt x="6593167" y="590437"/>
                </a:cubicBezTo>
                <a:cubicBezTo>
                  <a:pt x="6593167" y="600920"/>
                  <a:pt x="6593167" y="611209"/>
                  <a:pt x="6593167" y="621498"/>
                </a:cubicBezTo>
                <a:cubicBezTo>
                  <a:pt x="6593167" y="626934"/>
                  <a:pt x="6593167" y="632175"/>
                  <a:pt x="6593167" y="637611"/>
                </a:cubicBezTo>
                <a:cubicBezTo>
                  <a:pt x="6593167" y="639747"/>
                  <a:pt x="6593556" y="641105"/>
                  <a:pt x="6595885" y="642270"/>
                </a:cubicBezTo>
                <a:cubicBezTo>
                  <a:pt x="6598991" y="644018"/>
                  <a:pt x="6599186" y="647124"/>
                  <a:pt x="6595885" y="648676"/>
                </a:cubicBezTo>
                <a:cubicBezTo>
                  <a:pt x="6593167" y="650036"/>
                  <a:pt x="6593167" y="651783"/>
                  <a:pt x="6593167" y="653918"/>
                </a:cubicBezTo>
                <a:cubicBezTo>
                  <a:pt x="6593167" y="676631"/>
                  <a:pt x="6593167" y="699150"/>
                  <a:pt x="6593167" y="721863"/>
                </a:cubicBezTo>
                <a:cubicBezTo>
                  <a:pt x="6593167" y="726522"/>
                  <a:pt x="6593362" y="726716"/>
                  <a:pt x="6598021" y="726716"/>
                </a:cubicBezTo>
                <a:cubicBezTo>
                  <a:pt x="6631412" y="726716"/>
                  <a:pt x="6664996" y="726716"/>
                  <a:pt x="6698387" y="726716"/>
                </a:cubicBezTo>
                <a:cubicBezTo>
                  <a:pt x="6703434" y="726716"/>
                  <a:pt x="6703434" y="726522"/>
                  <a:pt x="6703434" y="720892"/>
                </a:cubicBezTo>
                <a:cubicBezTo>
                  <a:pt x="6703434" y="682649"/>
                  <a:pt x="6703434" y="644600"/>
                  <a:pt x="6703434" y="606356"/>
                </a:cubicBezTo>
                <a:cubicBezTo>
                  <a:pt x="6703434" y="583836"/>
                  <a:pt x="6703434" y="561511"/>
                  <a:pt x="6703434" y="538992"/>
                </a:cubicBezTo>
                <a:cubicBezTo>
                  <a:pt x="6703434" y="536663"/>
                  <a:pt x="6702658" y="534139"/>
                  <a:pt x="6704405" y="532004"/>
                </a:cubicBezTo>
                <a:cubicBezTo>
                  <a:pt x="6704599" y="534721"/>
                  <a:pt x="6704599" y="537633"/>
                  <a:pt x="6704599" y="540351"/>
                </a:cubicBezTo>
                <a:cubicBezTo>
                  <a:pt x="6704599" y="599949"/>
                  <a:pt x="6704599" y="659548"/>
                  <a:pt x="6704599" y="719145"/>
                </a:cubicBezTo>
                <a:cubicBezTo>
                  <a:pt x="6704599" y="721863"/>
                  <a:pt x="6704405" y="724775"/>
                  <a:pt x="6704405" y="727493"/>
                </a:cubicBezTo>
                <a:cubicBezTo>
                  <a:pt x="6704599" y="727493"/>
                  <a:pt x="6704987" y="727493"/>
                  <a:pt x="6705181" y="727493"/>
                </a:cubicBezTo>
                <a:cubicBezTo>
                  <a:pt x="6705181" y="727493"/>
                  <a:pt x="6704987" y="727299"/>
                  <a:pt x="6704987" y="727299"/>
                </a:cubicBezTo>
                <a:cubicBezTo>
                  <a:pt x="6704987" y="663430"/>
                  <a:pt x="6704987" y="599367"/>
                  <a:pt x="6704987" y="535498"/>
                </a:cubicBezTo>
                <a:cubicBezTo>
                  <a:pt x="6704987" y="534333"/>
                  <a:pt x="6704793" y="533169"/>
                  <a:pt x="6705375" y="532004"/>
                </a:cubicBezTo>
                <a:cubicBezTo>
                  <a:pt x="6708482" y="504049"/>
                  <a:pt x="6734301" y="488518"/>
                  <a:pt x="6753132" y="490460"/>
                </a:cubicBezTo>
                <a:cubicBezTo>
                  <a:pt x="6777592" y="488907"/>
                  <a:pt x="6800111" y="511814"/>
                  <a:pt x="6799917" y="535304"/>
                </a:cubicBezTo>
                <a:cubicBezTo>
                  <a:pt x="6799723" y="583836"/>
                  <a:pt x="6799917" y="632564"/>
                  <a:pt x="6799917" y="681290"/>
                </a:cubicBezTo>
                <a:cubicBezTo>
                  <a:pt x="6799917" y="726522"/>
                  <a:pt x="6799917" y="771949"/>
                  <a:pt x="6799917" y="817181"/>
                </a:cubicBezTo>
                <a:cubicBezTo>
                  <a:pt x="6799917" y="819511"/>
                  <a:pt x="6798558" y="822423"/>
                  <a:pt x="6801858" y="823976"/>
                </a:cubicBezTo>
                <a:cubicBezTo>
                  <a:pt x="6804964" y="815046"/>
                  <a:pt x="6809429" y="806892"/>
                  <a:pt x="6814283" y="798933"/>
                </a:cubicBezTo>
                <a:cubicBezTo>
                  <a:pt x="6816612" y="795244"/>
                  <a:pt x="6817389" y="791750"/>
                  <a:pt x="6817389" y="787673"/>
                </a:cubicBezTo>
                <a:cubicBezTo>
                  <a:pt x="6817389" y="720698"/>
                  <a:pt x="6817389" y="653724"/>
                  <a:pt x="6817389" y="586749"/>
                </a:cubicBezTo>
                <a:cubicBezTo>
                  <a:pt x="6817389" y="570247"/>
                  <a:pt x="6817777" y="553746"/>
                  <a:pt x="6817389" y="537245"/>
                </a:cubicBezTo>
                <a:cubicBezTo>
                  <a:pt x="6816806" y="517055"/>
                  <a:pt x="6831366" y="495313"/>
                  <a:pt x="6856991" y="490460"/>
                </a:cubicBezTo>
                <a:cubicBezTo>
                  <a:pt x="6859709" y="489877"/>
                  <a:pt x="6862621" y="489877"/>
                  <a:pt x="6865339" y="490265"/>
                </a:cubicBezTo>
                <a:cubicBezTo>
                  <a:pt x="6890770" y="489101"/>
                  <a:pt x="6912125" y="512202"/>
                  <a:pt x="6912125" y="535110"/>
                </a:cubicBezTo>
                <a:cubicBezTo>
                  <a:pt x="6911930" y="594708"/>
                  <a:pt x="6912125" y="654306"/>
                  <a:pt x="6912125" y="713904"/>
                </a:cubicBezTo>
                <a:cubicBezTo>
                  <a:pt x="6912125" y="715845"/>
                  <a:pt x="6912125" y="717592"/>
                  <a:pt x="6912125" y="719339"/>
                </a:cubicBezTo>
                <a:cubicBezTo>
                  <a:pt x="6912125" y="721475"/>
                  <a:pt x="6913872" y="721669"/>
                  <a:pt x="6915425" y="721669"/>
                </a:cubicBezTo>
                <a:cubicBezTo>
                  <a:pt x="6936780" y="715068"/>
                  <a:pt x="6958910" y="713321"/>
                  <a:pt x="6980847" y="716039"/>
                </a:cubicBezTo>
                <a:cubicBezTo>
                  <a:pt x="7045687" y="724193"/>
                  <a:pt x="7092666" y="757971"/>
                  <a:pt x="7121398" y="816793"/>
                </a:cubicBezTo>
                <a:cubicBezTo>
                  <a:pt x="7125086" y="824558"/>
                  <a:pt x="7128386" y="832517"/>
                  <a:pt x="7130134" y="840865"/>
                </a:cubicBezTo>
                <a:cubicBezTo>
                  <a:pt x="7131298" y="841447"/>
                  <a:pt x="7132269" y="842030"/>
                  <a:pt x="7133434" y="842224"/>
                </a:cubicBezTo>
                <a:cubicBezTo>
                  <a:pt x="7140423" y="843777"/>
                  <a:pt x="7143140" y="846883"/>
                  <a:pt x="7143140" y="854066"/>
                </a:cubicBezTo>
                <a:lnTo>
                  <a:pt x="7143162" y="858635"/>
                </a:lnTo>
                <a:lnTo>
                  <a:pt x="7363499" y="801441"/>
                </a:lnTo>
                <a:cubicBezTo>
                  <a:pt x="7365074" y="800811"/>
                  <a:pt x="7366334" y="800181"/>
                  <a:pt x="7367909" y="799551"/>
                </a:cubicBezTo>
                <a:cubicBezTo>
                  <a:pt x="7367909" y="797346"/>
                  <a:pt x="7367909" y="795141"/>
                  <a:pt x="7367909" y="792936"/>
                </a:cubicBezTo>
                <a:cubicBezTo>
                  <a:pt x="7368224" y="788211"/>
                  <a:pt x="7367594" y="785061"/>
                  <a:pt x="7362239" y="782541"/>
                </a:cubicBezTo>
                <a:cubicBezTo>
                  <a:pt x="7355625" y="779392"/>
                  <a:pt x="7355625" y="775296"/>
                  <a:pt x="7360349" y="769312"/>
                </a:cubicBezTo>
                <a:cubicBezTo>
                  <a:pt x="7362239" y="767107"/>
                  <a:pt x="7364129" y="766792"/>
                  <a:pt x="7365389" y="769627"/>
                </a:cubicBezTo>
                <a:cubicBezTo>
                  <a:pt x="7366334" y="772462"/>
                  <a:pt x="7366649" y="772777"/>
                  <a:pt x="7368854" y="770257"/>
                </a:cubicBezTo>
                <a:cubicBezTo>
                  <a:pt x="7372319" y="766162"/>
                  <a:pt x="7372634" y="766477"/>
                  <a:pt x="7374839" y="772777"/>
                </a:cubicBezTo>
                <a:cubicBezTo>
                  <a:pt x="7377044" y="772462"/>
                  <a:pt x="7376729" y="769942"/>
                  <a:pt x="7378304" y="768682"/>
                </a:cubicBezTo>
                <a:cubicBezTo>
                  <a:pt x="7379564" y="768052"/>
                  <a:pt x="7381139" y="767107"/>
                  <a:pt x="7381769" y="768367"/>
                </a:cubicBezTo>
                <a:cubicBezTo>
                  <a:pt x="7383659" y="772462"/>
                  <a:pt x="7384289" y="771517"/>
                  <a:pt x="7387439" y="768682"/>
                </a:cubicBezTo>
                <a:cubicBezTo>
                  <a:pt x="7391534" y="764902"/>
                  <a:pt x="7391219" y="770257"/>
                  <a:pt x="7392164" y="772462"/>
                </a:cubicBezTo>
                <a:cubicBezTo>
                  <a:pt x="7395314" y="772147"/>
                  <a:pt x="7396259" y="763327"/>
                  <a:pt x="7401299" y="770257"/>
                </a:cubicBezTo>
                <a:cubicBezTo>
                  <a:pt x="7402244" y="771832"/>
                  <a:pt x="7402874" y="769627"/>
                  <a:pt x="7403819" y="768997"/>
                </a:cubicBezTo>
                <a:cubicBezTo>
                  <a:pt x="7408858" y="764587"/>
                  <a:pt x="7408544" y="769312"/>
                  <a:pt x="7409488" y="772462"/>
                </a:cubicBezTo>
                <a:cubicBezTo>
                  <a:pt x="7412008" y="771517"/>
                  <a:pt x="7412638" y="767737"/>
                  <a:pt x="7416103" y="767737"/>
                </a:cubicBezTo>
                <a:cubicBezTo>
                  <a:pt x="7416733" y="768367"/>
                  <a:pt x="7417678" y="768997"/>
                  <a:pt x="7417993" y="769627"/>
                </a:cubicBezTo>
                <a:cubicBezTo>
                  <a:pt x="7423978" y="780336"/>
                  <a:pt x="7422403" y="778762"/>
                  <a:pt x="7413268" y="784116"/>
                </a:cubicBezTo>
                <a:cubicBezTo>
                  <a:pt x="7410434" y="785691"/>
                  <a:pt x="7411694" y="786636"/>
                  <a:pt x="7413268" y="788211"/>
                </a:cubicBezTo>
                <a:cubicBezTo>
                  <a:pt x="7442563" y="780966"/>
                  <a:pt x="7471857" y="773406"/>
                  <a:pt x="7501152" y="765847"/>
                </a:cubicBezTo>
                <a:cubicBezTo>
                  <a:pt x="7550291" y="753247"/>
                  <a:pt x="7599745" y="740332"/>
                  <a:pt x="7648884" y="727417"/>
                </a:cubicBezTo>
                <a:cubicBezTo>
                  <a:pt x="7653609" y="726157"/>
                  <a:pt x="7657703" y="726157"/>
                  <a:pt x="7662113" y="727417"/>
                </a:cubicBezTo>
                <a:cubicBezTo>
                  <a:pt x="7670303" y="729307"/>
                  <a:pt x="7678493" y="732457"/>
                  <a:pt x="7687313" y="733402"/>
                </a:cubicBezTo>
                <a:cubicBezTo>
                  <a:pt x="7687313" y="667255"/>
                  <a:pt x="7687313" y="601421"/>
                  <a:pt x="7687313" y="535272"/>
                </a:cubicBezTo>
                <a:cubicBezTo>
                  <a:pt x="7687313" y="494323"/>
                  <a:pt x="7687313" y="453059"/>
                  <a:pt x="7687313" y="411795"/>
                </a:cubicBezTo>
                <a:cubicBezTo>
                  <a:pt x="7687313" y="402660"/>
                  <a:pt x="7687313" y="402660"/>
                  <a:pt x="7696133" y="402660"/>
                </a:cubicBezTo>
                <a:cubicBezTo>
                  <a:pt x="7700858" y="402660"/>
                  <a:pt x="7705898" y="402975"/>
                  <a:pt x="7710622" y="402975"/>
                </a:cubicBezTo>
                <a:cubicBezTo>
                  <a:pt x="7715977" y="402975"/>
                  <a:pt x="7721647" y="402660"/>
                  <a:pt x="7727002" y="402660"/>
                </a:cubicBezTo>
                <a:cubicBezTo>
                  <a:pt x="7730467" y="402660"/>
                  <a:pt x="7732042" y="404550"/>
                  <a:pt x="7732042" y="408015"/>
                </a:cubicBezTo>
                <a:cubicBezTo>
                  <a:pt x="7732042" y="409275"/>
                  <a:pt x="7732042" y="410535"/>
                  <a:pt x="7732042" y="411795"/>
                </a:cubicBezTo>
                <a:cubicBezTo>
                  <a:pt x="7732042" y="522673"/>
                  <a:pt x="7732042" y="633865"/>
                  <a:pt x="7732042" y="745057"/>
                </a:cubicBezTo>
                <a:cubicBezTo>
                  <a:pt x="7744012" y="749467"/>
                  <a:pt x="7756926" y="751987"/>
                  <a:pt x="7769211" y="755137"/>
                </a:cubicBezTo>
                <a:cubicBezTo>
                  <a:pt x="7773936" y="756397"/>
                  <a:pt x="7778346" y="760177"/>
                  <a:pt x="7783701" y="758602"/>
                </a:cubicBezTo>
                <a:cubicBezTo>
                  <a:pt x="7783701" y="644260"/>
                  <a:pt x="7783701" y="529917"/>
                  <a:pt x="7783701" y="415575"/>
                </a:cubicBezTo>
                <a:cubicBezTo>
                  <a:pt x="7783701" y="401085"/>
                  <a:pt x="7782126" y="402660"/>
                  <a:pt x="7796616" y="402660"/>
                </a:cubicBezTo>
                <a:cubicBezTo>
                  <a:pt x="7800396" y="402660"/>
                  <a:pt x="7803860" y="402975"/>
                  <a:pt x="7807325" y="402975"/>
                </a:cubicBezTo>
                <a:cubicBezTo>
                  <a:pt x="7812365" y="402975"/>
                  <a:pt x="7817720" y="402975"/>
                  <a:pt x="7822760" y="402660"/>
                </a:cubicBezTo>
                <a:cubicBezTo>
                  <a:pt x="7827485" y="402345"/>
                  <a:pt x="7829060" y="404550"/>
                  <a:pt x="7828745" y="408960"/>
                </a:cubicBezTo>
                <a:cubicBezTo>
                  <a:pt x="7828745" y="411795"/>
                  <a:pt x="7828745" y="414315"/>
                  <a:pt x="7828745" y="416835"/>
                </a:cubicBezTo>
                <a:cubicBezTo>
                  <a:pt x="7828745" y="534642"/>
                  <a:pt x="7828745" y="652765"/>
                  <a:pt x="7828745" y="770572"/>
                </a:cubicBezTo>
                <a:cubicBezTo>
                  <a:pt x="7841660" y="774036"/>
                  <a:pt x="7854260" y="777186"/>
                  <a:pt x="7867174" y="780652"/>
                </a:cubicBezTo>
                <a:cubicBezTo>
                  <a:pt x="7869064" y="780022"/>
                  <a:pt x="7870954" y="779706"/>
                  <a:pt x="7870954" y="777186"/>
                </a:cubicBezTo>
                <a:cubicBezTo>
                  <a:pt x="7870954" y="774036"/>
                  <a:pt x="7870954" y="771202"/>
                  <a:pt x="7870954" y="768367"/>
                </a:cubicBezTo>
                <a:cubicBezTo>
                  <a:pt x="7870954" y="696548"/>
                  <a:pt x="7870954" y="625046"/>
                  <a:pt x="7870954" y="553542"/>
                </a:cubicBezTo>
                <a:cubicBezTo>
                  <a:pt x="7870954" y="549762"/>
                  <a:pt x="7871269" y="545667"/>
                  <a:pt x="7871269" y="541887"/>
                </a:cubicBezTo>
                <a:cubicBezTo>
                  <a:pt x="7870954" y="534327"/>
                  <a:pt x="7870639" y="526452"/>
                  <a:pt x="7870639" y="518892"/>
                </a:cubicBezTo>
                <a:cubicBezTo>
                  <a:pt x="7870639" y="511018"/>
                  <a:pt x="7870954" y="511018"/>
                  <a:pt x="7878514" y="511018"/>
                </a:cubicBezTo>
                <a:cubicBezTo>
                  <a:pt x="7895524" y="511018"/>
                  <a:pt x="7912533" y="511018"/>
                  <a:pt x="7929543" y="511018"/>
                </a:cubicBezTo>
                <a:cubicBezTo>
                  <a:pt x="7942458" y="511018"/>
                  <a:pt x="7955058" y="511018"/>
                  <a:pt x="7967972" y="511018"/>
                </a:cubicBezTo>
                <a:cubicBezTo>
                  <a:pt x="7970807" y="511018"/>
                  <a:pt x="7974272" y="511963"/>
                  <a:pt x="7977107" y="509758"/>
                </a:cubicBezTo>
                <a:cubicBezTo>
                  <a:pt x="7976792" y="500308"/>
                  <a:pt x="7976792" y="490543"/>
                  <a:pt x="7976792" y="481093"/>
                </a:cubicBezTo>
                <a:cubicBezTo>
                  <a:pt x="7976792" y="479203"/>
                  <a:pt x="7976477" y="476683"/>
                  <a:pt x="7979627" y="476368"/>
                </a:cubicBezTo>
                <a:cubicBezTo>
                  <a:pt x="7983722" y="476054"/>
                  <a:pt x="7983407" y="478888"/>
                  <a:pt x="7983407" y="481409"/>
                </a:cubicBezTo>
                <a:cubicBezTo>
                  <a:pt x="7983722" y="491173"/>
                  <a:pt x="7983722" y="501253"/>
                  <a:pt x="7983722" y="511018"/>
                </a:cubicBezTo>
                <a:cubicBezTo>
                  <a:pt x="7986242" y="511018"/>
                  <a:pt x="7988447" y="511018"/>
                  <a:pt x="7990967" y="511018"/>
                </a:cubicBezTo>
                <a:cubicBezTo>
                  <a:pt x="7990967" y="502828"/>
                  <a:pt x="7991282" y="494323"/>
                  <a:pt x="7991282" y="486133"/>
                </a:cubicBezTo>
                <a:cubicBezTo>
                  <a:pt x="7991282" y="484243"/>
                  <a:pt x="7991282" y="482353"/>
                  <a:pt x="7991282" y="480463"/>
                </a:cubicBezTo>
                <a:cubicBezTo>
                  <a:pt x="7991282" y="477944"/>
                  <a:pt x="7992227" y="476054"/>
                  <a:pt x="7995062" y="476054"/>
                </a:cubicBezTo>
                <a:cubicBezTo>
                  <a:pt x="7998212" y="475739"/>
                  <a:pt x="7998842" y="477629"/>
                  <a:pt x="7998842" y="480149"/>
                </a:cubicBezTo>
                <a:cubicBezTo>
                  <a:pt x="7998842" y="488023"/>
                  <a:pt x="7998842" y="496213"/>
                  <a:pt x="7998842" y="504088"/>
                </a:cubicBezTo>
                <a:cubicBezTo>
                  <a:pt x="7998842" y="506293"/>
                  <a:pt x="7999157" y="508498"/>
                  <a:pt x="7999157" y="510703"/>
                </a:cubicBezTo>
                <a:cubicBezTo>
                  <a:pt x="8001676" y="510703"/>
                  <a:pt x="8003881" y="510703"/>
                  <a:pt x="8006401" y="510703"/>
                </a:cubicBezTo>
                <a:cubicBezTo>
                  <a:pt x="8006401" y="502513"/>
                  <a:pt x="8006716" y="494008"/>
                  <a:pt x="8006716" y="485818"/>
                </a:cubicBezTo>
                <a:cubicBezTo>
                  <a:pt x="8006716" y="483929"/>
                  <a:pt x="8006716" y="482039"/>
                  <a:pt x="8006716" y="480149"/>
                </a:cubicBezTo>
                <a:cubicBezTo>
                  <a:pt x="8006716" y="477313"/>
                  <a:pt x="8007661" y="475739"/>
                  <a:pt x="8010497" y="475739"/>
                </a:cubicBezTo>
                <a:cubicBezTo>
                  <a:pt x="8013646" y="475424"/>
                  <a:pt x="8014276" y="477313"/>
                  <a:pt x="8014276" y="479833"/>
                </a:cubicBezTo>
                <a:cubicBezTo>
                  <a:pt x="8014276" y="487709"/>
                  <a:pt x="8014276" y="495898"/>
                  <a:pt x="8014276" y="503773"/>
                </a:cubicBezTo>
                <a:cubicBezTo>
                  <a:pt x="8014276" y="505978"/>
                  <a:pt x="8014591" y="508183"/>
                  <a:pt x="8014591" y="510388"/>
                </a:cubicBezTo>
                <a:cubicBezTo>
                  <a:pt x="8044515" y="510388"/>
                  <a:pt x="8074755" y="510388"/>
                  <a:pt x="8104995" y="510388"/>
                </a:cubicBezTo>
                <a:cubicBezTo>
                  <a:pt x="8104679" y="504718"/>
                  <a:pt x="8107514" y="503143"/>
                  <a:pt x="8113184" y="503143"/>
                </a:cubicBezTo>
                <a:cubicBezTo>
                  <a:pt x="8138384" y="503458"/>
                  <a:pt x="8163898" y="503773"/>
                  <a:pt x="8189098" y="503143"/>
                </a:cubicBezTo>
                <a:cubicBezTo>
                  <a:pt x="8195398" y="502828"/>
                  <a:pt x="8198548" y="505033"/>
                  <a:pt x="8199807" y="510703"/>
                </a:cubicBezTo>
                <a:cubicBezTo>
                  <a:pt x="8213982" y="510703"/>
                  <a:pt x="8213982" y="510703"/>
                  <a:pt x="8213037" y="525192"/>
                </a:cubicBezTo>
                <a:cubicBezTo>
                  <a:pt x="8213037" y="530862"/>
                  <a:pt x="8213037" y="536532"/>
                  <a:pt x="8212722" y="542202"/>
                </a:cubicBezTo>
                <a:cubicBezTo>
                  <a:pt x="8212722" y="545982"/>
                  <a:pt x="8213037" y="549447"/>
                  <a:pt x="8213037" y="552912"/>
                </a:cubicBezTo>
                <a:lnTo>
                  <a:pt x="8213037" y="899839"/>
                </a:lnTo>
                <a:lnTo>
                  <a:pt x="8222585" y="899839"/>
                </a:lnTo>
                <a:lnTo>
                  <a:pt x="8222588" y="899188"/>
                </a:lnTo>
                <a:lnTo>
                  <a:pt x="8361723" y="819757"/>
                </a:lnTo>
                <a:lnTo>
                  <a:pt x="8400660" y="891401"/>
                </a:lnTo>
                <a:lnTo>
                  <a:pt x="8528374" y="819237"/>
                </a:lnTo>
                <a:lnTo>
                  <a:pt x="8564716" y="886728"/>
                </a:lnTo>
                <a:cubicBezTo>
                  <a:pt x="8564716" y="832735"/>
                  <a:pt x="8565754" y="778742"/>
                  <a:pt x="8566273" y="724750"/>
                </a:cubicBezTo>
                <a:cubicBezTo>
                  <a:pt x="8566273" y="702426"/>
                  <a:pt x="8567831" y="700868"/>
                  <a:pt x="8590674" y="700868"/>
                </a:cubicBezTo>
                <a:cubicBezTo>
                  <a:pt x="8620266" y="700868"/>
                  <a:pt x="8617151" y="704503"/>
                  <a:pt x="8617151" y="674910"/>
                </a:cubicBezTo>
                <a:cubicBezTo>
                  <a:pt x="8617151" y="658297"/>
                  <a:pt x="8617151" y="641165"/>
                  <a:pt x="8617151" y="624552"/>
                </a:cubicBezTo>
                <a:cubicBezTo>
                  <a:pt x="8617670" y="600671"/>
                  <a:pt x="8628053" y="582500"/>
                  <a:pt x="8649858" y="572636"/>
                </a:cubicBezTo>
                <a:cubicBezTo>
                  <a:pt x="8659722" y="568483"/>
                  <a:pt x="8663356" y="562771"/>
                  <a:pt x="8662318" y="552388"/>
                </a:cubicBezTo>
                <a:cubicBezTo>
                  <a:pt x="8661280" y="543043"/>
                  <a:pt x="8661799" y="533698"/>
                  <a:pt x="8661799" y="524353"/>
                </a:cubicBezTo>
                <a:cubicBezTo>
                  <a:pt x="8661280" y="514490"/>
                  <a:pt x="8665952" y="509298"/>
                  <a:pt x="8675816" y="509298"/>
                </a:cubicBezTo>
                <a:cubicBezTo>
                  <a:pt x="8715273" y="509298"/>
                  <a:pt x="8754729" y="509298"/>
                  <a:pt x="8794185" y="509298"/>
                </a:cubicBezTo>
                <a:cubicBezTo>
                  <a:pt x="8806645" y="509298"/>
                  <a:pt x="8810279" y="516566"/>
                  <a:pt x="8810279" y="527469"/>
                </a:cubicBezTo>
                <a:cubicBezTo>
                  <a:pt x="8809760" y="563810"/>
                  <a:pt x="8809760" y="600151"/>
                  <a:pt x="8810279" y="636493"/>
                </a:cubicBezTo>
                <a:cubicBezTo>
                  <a:pt x="8810279" y="649991"/>
                  <a:pt x="8811317" y="664008"/>
                  <a:pt x="8811837" y="677506"/>
                </a:cubicBezTo>
                <a:cubicBezTo>
                  <a:pt x="8811837" y="681659"/>
                  <a:pt x="8811837" y="686851"/>
                  <a:pt x="8817547" y="686332"/>
                </a:cubicBezTo>
                <a:cubicBezTo>
                  <a:pt x="8822739" y="685813"/>
                  <a:pt x="8822220" y="681659"/>
                  <a:pt x="8822220" y="678025"/>
                </a:cubicBezTo>
                <a:cubicBezTo>
                  <a:pt x="8822220" y="669200"/>
                  <a:pt x="8822739" y="660893"/>
                  <a:pt x="8822220" y="652587"/>
                </a:cubicBezTo>
                <a:cubicBezTo>
                  <a:pt x="8821701" y="641684"/>
                  <a:pt x="8826373" y="635454"/>
                  <a:pt x="8837795" y="637012"/>
                </a:cubicBezTo>
                <a:cubicBezTo>
                  <a:pt x="8849216" y="638569"/>
                  <a:pt x="8854408" y="634935"/>
                  <a:pt x="8854408" y="621956"/>
                </a:cubicBezTo>
                <a:cubicBezTo>
                  <a:pt x="8854408" y="603786"/>
                  <a:pt x="8863234" y="589249"/>
                  <a:pt x="8877770" y="577828"/>
                </a:cubicBezTo>
                <a:cubicBezTo>
                  <a:pt x="8884000" y="572636"/>
                  <a:pt x="8891268" y="569521"/>
                  <a:pt x="8895941" y="561214"/>
                </a:cubicBezTo>
                <a:cubicBezTo>
                  <a:pt x="8900613" y="552908"/>
                  <a:pt x="8927610" y="556023"/>
                  <a:pt x="8932282" y="564848"/>
                </a:cubicBezTo>
                <a:cubicBezTo>
                  <a:pt x="8934359" y="568483"/>
                  <a:pt x="8936955" y="570559"/>
                  <a:pt x="8940589" y="572636"/>
                </a:cubicBezTo>
                <a:cubicBezTo>
                  <a:pt x="8962394" y="585096"/>
                  <a:pt x="8972258" y="604305"/>
                  <a:pt x="8972258" y="628706"/>
                </a:cubicBezTo>
                <a:cubicBezTo>
                  <a:pt x="8972258" y="659855"/>
                  <a:pt x="8972258" y="691523"/>
                  <a:pt x="8972258" y="722673"/>
                </a:cubicBezTo>
                <a:lnTo>
                  <a:pt x="9035595" y="719558"/>
                </a:lnTo>
                <a:lnTo>
                  <a:pt x="9068822" y="146923"/>
                </a:lnTo>
                <a:lnTo>
                  <a:pt x="9146177" y="146923"/>
                </a:lnTo>
                <a:lnTo>
                  <a:pt x="9180961" y="716962"/>
                </a:lnTo>
                <a:lnTo>
                  <a:pt x="9225090" y="715405"/>
                </a:lnTo>
                <a:close/>
              </a:path>
            </a:pathLst>
          </a:custGeom>
          <a:solidFill>
            <a:schemeClr val="bg1">
              <a:alpha val="1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nvGrpSpPr>
          <p:cNvPr id="3" name="Group 2">
            <a:extLst>
              <a:ext uri="{FF2B5EF4-FFF2-40B4-BE49-F238E27FC236}">
                <a16:creationId xmlns:a16="http://schemas.microsoft.com/office/drawing/2014/main" id="{D3D5F95E-A64B-4CF3-896F-F3B321903429}"/>
              </a:ext>
            </a:extLst>
          </p:cNvPr>
          <p:cNvGrpSpPr/>
          <p:nvPr userDrawn="1"/>
        </p:nvGrpSpPr>
        <p:grpSpPr>
          <a:xfrm>
            <a:off x="218787" y="2622975"/>
            <a:ext cx="11517590" cy="3946317"/>
            <a:chOff x="218787" y="2622975"/>
            <a:chExt cx="11517590" cy="3946317"/>
          </a:xfrm>
          <a:solidFill>
            <a:schemeClr val="bg1">
              <a:alpha val="5000"/>
            </a:schemeClr>
          </a:solidFill>
        </p:grpSpPr>
        <p:grpSp>
          <p:nvGrpSpPr>
            <p:cNvPr id="4" name="Group 3">
              <a:extLst>
                <a:ext uri="{FF2B5EF4-FFF2-40B4-BE49-F238E27FC236}">
                  <a16:creationId xmlns:a16="http://schemas.microsoft.com/office/drawing/2014/main" id="{AC598B69-F9FE-4154-B147-8335AB2E2E58}"/>
                </a:ext>
              </a:extLst>
            </p:cNvPr>
            <p:cNvGrpSpPr/>
            <p:nvPr/>
          </p:nvGrpSpPr>
          <p:grpSpPr>
            <a:xfrm rot="12366785">
              <a:off x="10129411" y="5122363"/>
              <a:ext cx="1606966" cy="1446929"/>
              <a:chOff x="6486650" y="2648852"/>
              <a:chExt cx="2745260" cy="2471860"/>
            </a:xfrm>
            <a:grpFill/>
          </p:grpSpPr>
          <p:sp>
            <p:nvSpPr>
              <p:cNvPr id="39" name="Freeform: Shape 38">
                <a:extLst>
                  <a:ext uri="{FF2B5EF4-FFF2-40B4-BE49-F238E27FC236}">
                    <a16:creationId xmlns:a16="http://schemas.microsoft.com/office/drawing/2014/main" id="{B2891B34-6F88-4D11-AD5C-410F7771AEA2}"/>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40" name="Group 39">
                <a:extLst>
                  <a:ext uri="{FF2B5EF4-FFF2-40B4-BE49-F238E27FC236}">
                    <a16:creationId xmlns:a16="http://schemas.microsoft.com/office/drawing/2014/main" id="{31D81169-CACA-4F00-B325-E9872F60ED27}"/>
                  </a:ext>
                </a:extLst>
              </p:cNvPr>
              <p:cNvGrpSpPr/>
              <p:nvPr/>
            </p:nvGrpSpPr>
            <p:grpSpPr>
              <a:xfrm>
                <a:off x="7392963" y="2648852"/>
                <a:ext cx="1838947" cy="1835405"/>
                <a:chOff x="7167947" y="1624190"/>
                <a:chExt cx="2677922" cy="2672763"/>
              </a:xfrm>
              <a:grpFill/>
            </p:grpSpPr>
            <p:sp>
              <p:nvSpPr>
                <p:cNvPr id="41" name="Freeform: Shape 40">
                  <a:extLst>
                    <a:ext uri="{FF2B5EF4-FFF2-40B4-BE49-F238E27FC236}">
                      <a16:creationId xmlns:a16="http://schemas.microsoft.com/office/drawing/2014/main" id="{F939FB8C-F4E6-45BF-BE92-A0D7E337E986}"/>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7D2F5C8-112A-47AC-8EBA-CA3BCCFFD653}"/>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5" name="Freeform: Shape 4">
              <a:extLst>
                <a:ext uri="{FF2B5EF4-FFF2-40B4-BE49-F238E27FC236}">
                  <a16:creationId xmlns:a16="http://schemas.microsoft.com/office/drawing/2014/main" id="{B07F2CD7-68E5-49F5-BBED-77DA2BFBE7AD}"/>
                </a:ext>
              </a:extLst>
            </p:cNvPr>
            <p:cNvSpPr/>
            <p:nvPr/>
          </p:nvSpPr>
          <p:spPr>
            <a:xfrm>
              <a:off x="10132589" y="4237994"/>
              <a:ext cx="577306" cy="577307"/>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grpFill/>
            <a:ln w="5155" cap="flat">
              <a:noFill/>
              <a:prstDash val="solid"/>
              <a:miter/>
            </a:ln>
          </p:spPr>
          <p:txBody>
            <a:bodyPr rtlCol="0" anchor="ctr"/>
            <a:lstStyle/>
            <a:p>
              <a:endParaRPr lang="en-US"/>
            </a:p>
          </p:txBody>
        </p:sp>
        <p:grpSp>
          <p:nvGrpSpPr>
            <p:cNvPr id="6" name="Group 5">
              <a:extLst>
                <a:ext uri="{FF2B5EF4-FFF2-40B4-BE49-F238E27FC236}">
                  <a16:creationId xmlns:a16="http://schemas.microsoft.com/office/drawing/2014/main" id="{FCD81010-EBF6-414C-927A-9FFCBAFAE158}"/>
                </a:ext>
              </a:extLst>
            </p:cNvPr>
            <p:cNvGrpSpPr/>
            <p:nvPr/>
          </p:nvGrpSpPr>
          <p:grpSpPr>
            <a:xfrm rot="2159485">
              <a:off x="10055501" y="2964359"/>
              <a:ext cx="1639387" cy="985059"/>
              <a:chOff x="2753518" y="3556278"/>
              <a:chExt cx="2028524" cy="1218879"/>
            </a:xfrm>
            <a:grpFill/>
          </p:grpSpPr>
          <p:sp>
            <p:nvSpPr>
              <p:cNvPr id="35" name="Freeform: Shape 34">
                <a:extLst>
                  <a:ext uri="{FF2B5EF4-FFF2-40B4-BE49-F238E27FC236}">
                    <a16:creationId xmlns:a16="http://schemas.microsoft.com/office/drawing/2014/main" id="{C935FFD8-C758-4E69-865F-0D3F0FF08A12}"/>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36" name="Group 35">
                <a:extLst>
                  <a:ext uri="{FF2B5EF4-FFF2-40B4-BE49-F238E27FC236}">
                    <a16:creationId xmlns:a16="http://schemas.microsoft.com/office/drawing/2014/main" id="{5B2E929D-2A5A-4E4D-8AFF-089163D7F028}"/>
                  </a:ext>
                </a:extLst>
              </p:cNvPr>
              <p:cNvGrpSpPr/>
              <p:nvPr/>
            </p:nvGrpSpPr>
            <p:grpSpPr>
              <a:xfrm>
                <a:off x="3563163" y="3556278"/>
                <a:ext cx="1218879" cy="1218879"/>
                <a:chOff x="3264582" y="1870309"/>
                <a:chExt cx="1774962" cy="1774962"/>
              </a:xfrm>
              <a:grpFill/>
            </p:grpSpPr>
            <p:sp>
              <p:nvSpPr>
                <p:cNvPr id="37" name="Freeform: Shape 36">
                  <a:extLst>
                    <a:ext uri="{FF2B5EF4-FFF2-40B4-BE49-F238E27FC236}">
                      <a16:creationId xmlns:a16="http://schemas.microsoft.com/office/drawing/2014/main" id="{8A8A0495-30E8-45A0-B48A-6EFDF9C8B696}"/>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86DEB52C-C941-4797-8322-11F1C0AD0C40}"/>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sp>
          <p:nvSpPr>
            <p:cNvPr id="7" name="Freeform: Shape 6">
              <a:extLst>
                <a:ext uri="{FF2B5EF4-FFF2-40B4-BE49-F238E27FC236}">
                  <a16:creationId xmlns:a16="http://schemas.microsoft.com/office/drawing/2014/main" id="{B25B6E65-0935-40EC-806D-53C1E043E564}"/>
                </a:ext>
              </a:extLst>
            </p:cNvPr>
            <p:cNvSpPr/>
            <p:nvPr/>
          </p:nvSpPr>
          <p:spPr>
            <a:xfrm>
              <a:off x="5436819" y="3673417"/>
              <a:ext cx="936646" cy="931442"/>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grpFill/>
            <a:ln w="515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77478775-9720-4065-9D9F-0A2FCB97F2F0}"/>
                </a:ext>
              </a:extLst>
            </p:cNvPr>
            <p:cNvSpPr/>
            <p:nvPr/>
          </p:nvSpPr>
          <p:spPr>
            <a:xfrm>
              <a:off x="4032637" y="2622975"/>
              <a:ext cx="1051669" cy="1070562"/>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grpFill/>
            <a:ln w="515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9466B1FD-A1C4-48E5-82F9-88F257D12E08}"/>
                </a:ext>
              </a:extLst>
            </p:cNvPr>
            <p:cNvSpPr/>
            <p:nvPr/>
          </p:nvSpPr>
          <p:spPr>
            <a:xfrm>
              <a:off x="4673077" y="4204265"/>
              <a:ext cx="853923" cy="853924"/>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grpFill/>
            <a:ln w="5155" cap="flat">
              <a:noFill/>
              <a:prstDash val="solid"/>
              <a:miter/>
            </a:ln>
          </p:spPr>
          <p:txBody>
            <a:bodyPr rtlCol="0" anchor="ctr"/>
            <a:lstStyle/>
            <a:p>
              <a:endParaRPr lang="en-US"/>
            </a:p>
          </p:txBody>
        </p:sp>
        <p:grpSp>
          <p:nvGrpSpPr>
            <p:cNvPr id="10" name="Group 9">
              <a:extLst>
                <a:ext uri="{FF2B5EF4-FFF2-40B4-BE49-F238E27FC236}">
                  <a16:creationId xmlns:a16="http://schemas.microsoft.com/office/drawing/2014/main" id="{84777225-2D61-4C66-B198-7D070CA8492F}"/>
                </a:ext>
              </a:extLst>
            </p:cNvPr>
            <p:cNvGrpSpPr/>
            <p:nvPr/>
          </p:nvGrpSpPr>
          <p:grpSpPr>
            <a:xfrm rot="2246763">
              <a:off x="932314" y="2900862"/>
              <a:ext cx="3054679" cy="1218879"/>
              <a:chOff x="1727363" y="3556278"/>
              <a:chExt cx="3054679" cy="1218879"/>
            </a:xfrm>
            <a:grpFill/>
          </p:grpSpPr>
          <p:sp>
            <p:nvSpPr>
              <p:cNvPr id="30" name="Freeform: Shape 29">
                <a:extLst>
                  <a:ext uri="{FF2B5EF4-FFF2-40B4-BE49-F238E27FC236}">
                    <a16:creationId xmlns:a16="http://schemas.microsoft.com/office/drawing/2014/main" id="{83E67246-C28F-4691-8DF2-21886E878D44}"/>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31" name="Group 30">
                <a:extLst>
                  <a:ext uri="{FF2B5EF4-FFF2-40B4-BE49-F238E27FC236}">
                    <a16:creationId xmlns:a16="http://schemas.microsoft.com/office/drawing/2014/main" id="{25925A4A-CBF1-48EF-AB30-CEBB54EC947A}"/>
                  </a:ext>
                </a:extLst>
              </p:cNvPr>
              <p:cNvGrpSpPr/>
              <p:nvPr/>
            </p:nvGrpSpPr>
            <p:grpSpPr>
              <a:xfrm>
                <a:off x="3563163" y="3556278"/>
                <a:ext cx="1218879" cy="1218879"/>
                <a:chOff x="3264582" y="1870309"/>
                <a:chExt cx="1774962" cy="1774962"/>
              </a:xfrm>
              <a:grpFill/>
            </p:grpSpPr>
            <p:sp>
              <p:nvSpPr>
                <p:cNvPr id="33" name="Freeform: Shape 32">
                  <a:extLst>
                    <a:ext uri="{FF2B5EF4-FFF2-40B4-BE49-F238E27FC236}">
                      <a16:creationId xmlns:a16="http://schemas.microsoft.com/office/drawing/2014/main" id="{59AB121F-74A9-4A6A-B896-45331194465F}"/>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C131B02-5DBE-4634-A680-3DE71C853BD5}"/>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sp>
            <p:nvSpPr>
              <p:cNvPr id="32" name="Freeform: Shape 31">
                <a:extLst>
                  <a:ext uri="{FF2B5EF4-FFF2-40B4-BE49-F238E27FC236}">
                    <a16:creationId xmlns:a16="http://schemas.microsoft.com/office/drawing/2014/main" id="{0D8BF0D2-0FDC-4959-85DD-F748038440E1}"/>
                  </a:ext>
                </a:extLst>
              </p:cNvPr>
              <p:cNvSpPr/>
              <p:nvPr/>
            </p:nvSpPr>
            <p:spPr>
              <a:xfrm>
                <a:off x="1727363" y="4086481"/>
                <a:ext cx="683882" cy="686216"/>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grpSp>
          <p:nvGrpSpPr>
            <p:cNvPr id="11" name="Group 10">
              <a:extLst>
                <a:ext uri="{FF2B5EF4-FFF2-40B4-BE49-F238E27FC236}">
                  <a16:creationId xmlns:a16="http://schemas.microsoft.com/office/drawing/2014/main" id="{3C9083CC-CC13-4BCC-8521-7079F8EBE42B}"/>
                </a:ext>
              </a:extLst>
            </p:cNvPr>
            <p:cNvGrpSpPr/>
            <p:nvPr/>
          </p:nvGrpSpPr>
          <p:grpSpPr>
            <a:xfrm>
              <a:off x="6486650" y="2648852"/>
              <a:ext cx="2745260" cy="2471860"/>
              <a:chOff x="6486650" y="2648852"/>
              <a:chExt cx="2745260" cy="2471860"/>
            </a:xfrm>
            <a:grpFill/>
          </p:grpSpPr>
          <p:sp>
            <p:nvSpPr>
              <p:cNvPr id="26" name="Freeform: Shape 25">
                <a:extLst>
                  <a:ext uri="{FF2B5EF4-FFF2-40B4-BE49-F238E27FC236}">
                    <a16:creationId xmlns:a16="http://schemas.microsoft.com/office/drawing/2014/main" id="{7CC45CD8-C56F-467E-BEF3-DF307BE9C4B4}"/>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27" name="Group 26">
                <a:extLst>
                  <a:ext uri="{FF2B5EF4-FFF2-40B4-BE49-F238E27FC236}">
                    <a16:creationId xmlns:a16="http://schemas.microsoft.com/office/drawing/2014/main" id="{A74DC46F-EE01-49F6-894A-71B37D0AC15C}"/>
                  </a:ext>
                </a:extLst>
              </p:cNvPr>
              <p:cNvGrpSpPr/>
              <p:nvPr/>
            </p:nvGrpSpPr>
            <p:grpSpPr>
              <a:xfrm>
                <a:off x="7392963" y="2648852"/>
                <a:ext cx="1838947" cy="1835405"/>
                <a:chOff x="7167947" y="1624190"/>
                <a:chExt cx="2677922" cy="2672763"/>
              </a:xfrm>
              <a:grpFill/>
            </p:grpSpPr>
            <p:sp>
              <p:nvSpPr>
                <p:cNvPr id="28" name="Freeform: Shape 27">
                  <a:extLst>
                    <a:ext uri="{FF2B5EF4-FFF2-40B4-BE49-F238E27FC236}">
                      <a16:creationId xmlns:a16="http://schemas.microsoft.com/office/drawing/2014/main" id="{1AB69D80-C161-41AB-A5DD-3B118793A012}"/>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18FFC3D-130E-4587-9FAD-F134E15CA98A}"/>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grpSp>
          <p:nvGrpSpPr>
            <p:cNvPr id="12" name="Group 11">
              <a:extLst>
                <a:ext uri="{FF2B5EF4-FFF2-40B4-BE49-F238E27FC236}">
                  <a16:creationId xmlns:a16="http://schemas.microsoft.com/office/drawing/2014/main" id="{4AE715F5-3FF5-4CC0-99F7-2396CA9783A9}"/>
                </a:ext>
              </a:extLst>
            </p:cNvPr>
            <p:cNvGrpSpPr/>
            <p:nvPr/>
          </p:nvGrpSpPr>
          <p:grpSpPr>
            <a:xfrm rot="18655185">
              <a:off x="7923365" y="4809769"/>
              <a:ext cx="1639387" cy="985059"/>
              <a:chOff x="2753518" y="3556278"/>
              <a:chExt cx="2028524" cy="1218879"/>
            </a:xfrm>
            <a:grpFill/>
          </p:grpSpPr>
          <p:sp>
            <p:nvSpPr>
              <p:cNvPr id="22" name="Freeform: Shape 21">
                <a:extLst>
                  <a:ext uri="{FF2B5EF4-FFF2-40B4-BE49-F238E27FC236}">
                    <a16:creationId xmlns:a16="http://schemas.microsoft.com/office/drawing/2014/main" id="{D307BAC0-5062-49C4-A10C-F15443D0B43E}"/>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23" name="Group 22">
                <a:extLst>
                  <a:ext uri="{FF2B5EF4-FFF2-40B4-BE49-F238E27FC236}">
                    <a16:creationId xmlns:a16="http://schemas.microsoft.com/office/drawing/2014/main" id="{1CF69320-9037-483C-B337-9C3798F9516C}"/>
                  </a:ext>
                </a:extLst>
              </p:cNvPr>
              <p:cNvGrpSpPr/>
              <p:nvPr/>
            </p:nvGrpSpPr>
            <p:grpSpPr>
              <a:xfrm>
                <a:off x="3563163" y="3556278"/>
                <a:ext cx="1218879" cy="1218879"/>
                <a:chOff x="3264582" y="1870309"/>
                <a:chExt cx="1774962" cy="1774962"/>
              </a:xfrm>
              <a:grpFill/>
            </p:grpSpPr>
            <p:sp>
              <p:nvSpPr>
                <p:cNvPr id="24" name="Freeform: Shape 23">
                  <a:extLst>
                    <a:ext uri="{FF2B5EF4-FFF2-40B4-BE49-F238E27FC236}">
                      <a16:creationId xmlns:a16="http://schemas.microsoft.com/office/drawing/2014/main" id="{E8FAEED8-8E0A-4D16-BC31-1DD02EB1FE84}"/>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BEF1D94-1333-4CA0-B29B-49A00AFB5E03}"/>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grpSp>
          <p:nvGrpSpPr>
            <p:cNvPr id="13" name="Group 12">
              <a:extLst>
                <a:ext uri="{FF2B5EF4-FFF2-40B4-BE49-F238E27FC236}">
                  <a16:creationId xmlns:a16="http://schemas.microsoft.com/office/drawing/2014/main" id="{A6943520-8E50-4DAD-A59E-7A5A1DEE2133}"/>
                </a:ext>
              </a:extLst>
            </p:cNvPr>
            <p:cNvGrpSpPr/>
            <p:nvPr/>
          </p:nvGrpSpPr>
          <p:grpSpPr>
            <a:xfrm>
              <a:off x="218787" y="4076953"/>
              <a:ext cx="2745260" cy="2471860"/>
              <a:chOff x="6486650" y="2648852"/>
              <a:chExt cx="2745260" cy="2471860"/>
            </a:xfrm>
            <a:grpFill/>
          </p:grpSpPr>
          <p:sp>
            <p:nvSpPr>
              <p:cNvPr id="18" name="Freeform: Shape 17">
                <a:extLst>
                  <a:ext uri="{FF2B5EF4-FFF2-40B4-BE49-F238E27FC236}">
                    <a16:creationId xmlns:a16="http://schemas.microsoft.com/office/drawing/2014/main" id="{CA826ACA-0EB1-4F7B-86EA-A2622410F84A}"/>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19" name="Group 18">
                <a:extLst>
                  <a:ext uri="{FF2B5EF4-FFF2-40B4-BE49-F238E27FC236}">
                    <a16:creationId xmlns:a16="http://schemas.microsoft.com/office/drawing/2014/main" id="{C1613B70-341B-437A-A0D4-569BDB3F76E5}"/>
                  </a:ext>
                </a:extLst>
              </p:cNvPr>
              <p:cNvGrpSpPr/>
              <p:nvPr/>
            </p:nvGrpSpPr>
            <p:grpSpPr>
              <a:xfrm>
                <a:off x="7392963" y="2648852"/>
                <a:ext cx="1838947" cy="1835405"/>
                <a:chOff x="7167947" y="1624190"/>
                <a:chExt cx="2677922" cy="2672763"/>
              </a:xfrm>
              <a:grpFill/>
            </p:grpSpPr>
            <p:sp>
              <p:nvSpPr>
                <p:cNvPr id="20" name="Freeform: Shape 19">
                  <a:extLst>
                    <a:ext uri="{FF2B5EF4-FFF2-40B4-BE49-F238E27FC236}">
                      <a16:creationId xmlns:a16="http://schemas.microsoft.com/office/drawing/2014/main" id="{A96EF5B8-28BF-47BD-A097-7ADED01EDC98}"/>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9D3A2AA-E3A6-42DB-936E-D30F8E2F943A}"/>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14" name="Freeform: Shape 13">
              <a:extLst>
                <a:ext uri="{FF2B5EF4-FFF2-40B4-BE49-F238E27FC236}">
                  <a16:creationId xmlns:a16="http://schemas.microsoft.com/office/drawing/2014/main" id="{07C996FD-CF0A-4F68-895E-6062455A1573}"/>
                </a:ext>
              </a:extLst>
            </p:cNvPr>
            <p:cNvSpPr/>
            <p:nvPr/>
          </p:nvSpPr>
          <p:spPr>
            <a:xfrm>
              <a:off x="4309443" y="5224203"/>
              <a:ext cx="936646" cy="931442"/>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grpFill/>
            <a:ln w="515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96A48627-8991-4822-BA51-E0B5CA3A4F9C}"/>
                </a:ext>
              </a:extLst>
            </p:cNvPr>
            <p:cNvSpPr/>
            <p:nvPr/>
          </p:nvSpPr>
          <p:spPr>
            <a:xfrm>
              <a:off x="3167084" y="4595897"/>
              <a:ext cx="1051669" cy="1070562"/>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grpFill/>
            <a:ln w="515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5F068BD-5041-4E65-88AE-B9DC621AE8FB}"/>
                </a:ext>
              </a:extLst>
            </p:cNvPr>
            <p:cNvSpPr/>
            <p:nvPr/>
          </p:nvSpPr>
          <p:spPr>
            <a:xfrm rot="2246763">
              <a:off x="322349" y="3332008"/>
              <a:ext cx="1218879" cy="1218879"/>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BF296DB-D0C8-471D-91FE-F4B26B99C108}"/>
                </a:ext>
              </a:extLst>
            </p:cNvPr>
            <p:cNvSpPr/>
            <p:nvPr/>
          </p:nvSpPr>
          <p:spPr>
            <a:xfrm>
              <a:off x="6408280" y="6041992"/>
              <a:ext cx="494433" cy="491686"/>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grpFill/>
            <a:ln w="5155" cap="flat">
              <a:noFill/>
              <a:prstDash val="solid"/>
              <a:miter/>
            </a:ln>
          </p:spPr>
          <p:txBody>
            <a:bodyPr rtlCol="0" anchor="ctr"/>
            <a:lstStyle/>
            <a:p>
              <a:endParaRPr lang="en-US"/>
            </a:p>
          </p:txBody>
        </p:sp>
      </p:grpSp>
    </p:spTree>
    <p:extLst>
      <p:ext uri="{BB962C8B-B14F-4D97-AF65-F5344CB8AC3E}">
        <p14:creationId xmlns:p14="http://schemas.microsoft.com/office/powerpoint/2010/main" val="1054863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solidFill>
          <a:schemeClr val="accent6"/>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0811BDD-858E-4663-871A-2B293641141B}"/>
              </a:ext>
            </a:extLst>
          </p:cNvPr>
          <p:cNvGrpSpPr/>
          <p:nvPr/>
        </p:nvGrpSpPr>
        <p:grpSpPr>
          <a:xfrm rot="12366785">
            <a:off x="10129411" y="5122363"/>
            <a:ext cx="1606966" cy="1446929"/>
            <a:chOff x="6486650" y="2648852"/>
            <a:chExt cx="2745260" cy="2471860"/>
          </a:xfrm>
          <a:solidFill>
            <a:schemeClr val="bg1">
              <a:alpha val="5000"/>
            </a:schemeClr>
          </a:solidFill>
        </p:grpSpPr>
        <p:sp>
          <p:nvSpPr>
            <p:cNvPr id="38" name="Freeform: Shape 37">
              <a:extLst>
                <a:ext uri="{FF2B5EF4-FFF2-40B4-BE49-F238E27FC236}">
                  <a16:creationId xmlns:a16="http://schemas.microsoft.com/office/drawing/2014/main" id="{5228A7DD-C11F-4B4E-AF2C-CE54F2008B9B}"/>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39" name="Group 38">
              <a:extLst>
                <a:ext uri="{FF2B5EF4-FFF2-40B4-BE49-F238E27FC236}">
                  <a16:creationId xmlns:a16="http://schemas.microsoft.com/office/drawing/2014/main" id="{4EBFD568-8E6E-401C-AE55-F36A046BAF38}"/>
                </a:ext>
              </a:extLst>
            </p:cNvPr>
            <p:cNvGrpSpPr/>
            <p:nvPr/>
          </p:nvGrpSpPr>
          <p:grpSpPr>
            <a:xfrm>
              <a:off x="7392963" y="2648852"/>
              <a:ext cx="1838947" cy="1835405"/>
              <a:chOff x="7167947" y="1624190"/>
              <a:chExt cx="2677922" cy="2672763"/>
            </a:xfrm>
            <a:grpFill/>
          </p:grpSpPr>
          <p:sp>
            <p:nvSpPr>
              <p:cNvPr id="40" name="Freeform: Shape 39">
                <a:extLst>
                  <a:ext uri="{FF2B5EF4-FFF2-40B4-BE49-F238E27FC236}">
                    <a16:creationId xmlns:a16="http://schemas.microsoft.com/office/drawing/2014/main" id="{9F4DA946-3FFE-44A8-9614-341AEDEEE4EB}"/>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E9B41061-E576-4CF5-9B7C-FC1E177299A2}"/>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4" name="Freeform: Shape 3">
            <a:extLst>
              <a:ext uri="{FF2B5EF4-FFF2-40B4-BE49-F238E27FC236}">
                <a16:creationId xmlns:a16="http://schemas.microsoft.com/office/drawing/2014/main" id="{4C2D19A9-E706-4355-967B-37AED5F69B20}"/>
              </a:ext>
            </a:extLst>
          </p:cNvPr>
          <p:cNvSpPr/>
          <p:nvPr/>
        </p:nvSpPr>
        <p:spPr>
          <a:xfrm>
            <a:off x="10132589" y="4237994"/>
            <a:ext cx="577306" cy="577307"/>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solidFill>
            <a:schemeClr val="bg1">
              <a:alpha val="5000"/>
            </a:schemeClr>
          </a:solidFill>
          <a:ln w="5155" cap="flat">
            <a:noFill/>
            <a:prstDash val="solid"/>
            <a:miter/>
          </a:ln>
        </p:spPr>
        <p:txBody>
          <a:bodyPr rtlCol="0" anchor="ctr"/>
          <a:lstStyle/>
          <a:p>
            <a:endParaRPr lang="en-US"/>
          </a:p>
        </p:txBody>
      </p:sp>
      <p:grpSp>
        <p:nvGrpSpPr>
          <p:cNvPr id="5" name="Group 4">
            <a:extLst>
              <a:ext uri="{FF2B5EF4-FFF2-40B4-BE49-F238E27FC236}">
                <a16:creationId xmlns:a16="http://schemas.microsoft.com/office/drawing/2014/main" id="{5BC20A26-F482-4693-ACD6-51371EC7CC4B}"/>
              </a:ext>
            </a:extLst>
          </p:cNvPr>
          <p:cNvGrpSpPr/>
          <p:nvPr/>
        </p:nvGrpSpPr>
        <p:grpSpPr>
          <a:xfrm rot="2159485">
            <a:off x="10055501" y="2964359"/>
            <a:ext cx="1639387" cy="985059"/>
            <a:chOff x="2753518" y="3556278"/>
            <a:chExt cx="2028524" cy="1218879"/>
          </a:xfrm>
          <a:solidFill>
            <a:schemeClr val="bg1">
              <a:alpha val="5000"/>
            </a:schemeClr>
          </a:solidFill>
        </p:grpSpPr>
        <p:sp>
          <p:nvSpPr>
            <p:cNvPr id="34" name="Freeform: Shape 33">
              <a:extLst>
                <a:ext uri="{FF2B5EF4-FFF2-40B4-BE49-F238E27FC236}">
                  <a16:creationId xmlns:a16="http://schemas.microsoft.com/office/drawing/2014/main" id="{DD9359D8-12EB-4981-8FC9-674C1DA3FA8C}"/>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35" name="Group 34">
              <a:extLst>
                <a:ext uri="{FF2B5EF4-FFF2-40B4-BE49-F238E27FC236}">
                  <a16:creationId xmlns:a16="http://schemas.microsoft.com/office/drawing/2014/main" id="{D9AE250E-0814-4DFF-80F3-7D1B1F0463B4}"/>
                </a:ext>
              </a:extLst>
            </p:cNvPr>
            <p:cNvGrpSpPr/>
            <p:nvPr/>
          </p:nvGrpSpPr>
          <p:grpSpPr>
            <a:xfrm>
              <a:off x="3563163" y="3556278"/>
              <a:ext cx="1218879" cy="1218879"/>
              <a:chOff x="3264582" y="1870309"/>
              <a:chExt cx="1774962" cy="1774962"/>
            </a:xfrm>
            <a:grpFill/>
          </p:grpSpPr>
          <p:sp>
            <p:nvSpPr>
              <p:cNvPr id="36" name="Freeform: Shape 35">
                <a:extLst>
                  <a:ext uri="{FF2B5EF4-FFF2-40B4-BE49-F238E27FC236}">
                    <a16:creationId xmlns:a16="http://schemas.microsoft.com/office/drawing/2014/main" id="{FAA6CAE3-5ACB-4D9C-ADB8-97A59EC650F1}"/>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F2F002E-A757-44E2-B762-EAA60285B2AF}"/>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sp>
        <p:nvSpPr>
          <p:cNvPr id="6" name="Freeform: Shape 5">
            <a:extLst>
              <a:ext uri="{FF2B5EF4-FFF2-40B4-BE49-F238E27FC236}">
                <a16:creationId xmlns:a16="http://schemas.microsoft.com/office/drawing/2014/main" id="{ED14329A-1A87-4CC1-B3DE-BA0FD7750868}"/>
              </a:ext>
            </a:extLst>
          </p:cNvPr>
          <p:cNvSpPr/>
          <p:nvPr/>
        </p:nvSpPr>
        <p:spPr>
          <a:xfrm>
            <a:off x="8967752" y="3381941"/>
            <a:ext cx="936646" cy="931442"/>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bg1">
              <a:alpha val="5000"/>
            </a:schemeClr>
          </a:solidFill>
          <a:ln w="515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D9A123FC-02CE-41F5-8044-BF4EEF221F28}"/>
              </a:ext>
            </a:extLst>
          </p:cNvPr>
          <p:cNvSpPr/>
          <p:nvPr/>
        </p:nvSpPr>
        <p:spPr>
          <a:xfrm>
            <a:off x="3024122" y="1688320"/>
            <a:ext cx="1051669" cy="1070562"/>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64288D6C-FFD6-4513-B7FB-6E8702672008}"/>
              </a:ext>
            </a:extLst>
          </p:cNvPr>
          <p:cNvSpPr/>
          <p:nvPr/>
        </p:nvSpPr>
        <p:spPr>
          <a:xfrm>
            <a:off x="11118869" y="220249"/>
            <a:ext cx="853923" cy="853924"/>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solidFill>
            <a:schemeClr val="bg1">
              <a:alpha val="5000"/>
            </a:schemeClr>
          </a:solidFill>
          <a:ln w="5155" cap="flat">
            <a:noFill/>
            <a:prstDash val="solid"/>
            <a:miter/>
          </a:ln>
        </p:spPr>
        <p:txBody>
          <a:bodyPr rtlCol="0" anchor="ctr"/>
          <a:lstStyle/>
          <a:p>
            <a:endParaRPr lang="en-US"/>
          </a:p>
        </p:txBody>
      </p:sp>
      <p:grpSp>
        <p:nvGrpSpPr>
          <p:cNvPr id="9" name="Group 8">
            <a:extLst>
              <a:ext uri="{FF2B5EF4-FFF2-40B4-BE49-F238E27FC236}">
                <a16:creationId xmlns:a16="http://schemas.microsoft.com/office/drawing/2014/main" id="{5A009AE0-84D1-46BD-A3D1-DE1CB19D32ED}"/>
              </a:ext>
            </a:extLst>
          </p:cNvPr>
          <p:cNvGrpSpPr/>
          <p:nvPr/>
        </p:nvGrpSpPr>
        <p:grpSpPr>
          <a:xfrm rot="1212279">
            <a:off x="4087175" y="247501"/>
            <a:ext cx="3054679" cy="1218879"/>
            <a:chOff x="1727363" y="3556278"/>
            <a:chExt cx="3054679" cy="1218879"/>
          </a:xfrm>
          <a:solidFill>
            <a:schemeClr val="bg1">
              <a:alpha val="5000"/>
            </a:schemeClr>
          </a:solidFill>
        </p:grpSpPr>
        <p:sp>
          <p:nvSpPr>
            <p:cNvPr id="29" name="Freeform: Shape 28">
              <a:extLst>
                <a:ext uri="{FF2B5EF4-FFF2-40B4-BE49-F238E27FC236}">
                  <a16:creationId xmlns:a16="http://schemas.microsoft.com/office/drawing/2014/main" id="{F247D2D1-6005-4632-809B-6B5BDCD4F2E1}"/>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30" name="Group 29">
              <a:extLst>
                <a:ext uri="{FF2B5EF4-FFF2-40B4-BE49-F238E27FC236}">
                  <a16:creationId xmlns:a16="http://schemas.microsoft.com/office/drawing/2014/main" id="{BC69DB4C-B2EA-4392-B4A3-EE775C7B812F}"/>
                </a:ext>
              </a:extLst>
            </p:cNvPr>
            <p:cNvGrpSpPr/>
            <p:nvPr/>
          </p:nvGrpSpPr>
          <p:grpSpPr>
            <a:xfrm>
              <a:off x="3563163" y="3556278"/>
              <a:ext cx="1218879" cy="1218879"/>
              <a:chOff x="3264582" y="1870309"/>
              <a:chExt cx="1774962" cy="1774962"/>
            </a:xfrm>
            <a:grpFill/>
          </p:grpSpPr>
          <p:sp>
            <p:nvSpPr>
              <p:cNvPr id="32" name="Freeform: Shape 31">
                <a:extLst>
                  <a:ext uri="{FF2B5EF4-FFF2-40B4-BE49-F238E27FC236}">
                    <a16:creationId xmlns:a16="http://schemas.microsoft.com/office/drawing/2014/main" id="{45A57558-A521-4754-B376-50F1CEB743F4}"/>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53A0459-4D3D-48F2-8909-33333F49E440}"/>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sp>
          <p:nvSpPr>
            <p:cNvPr id="31" name="Freeform: Shape 30">
              <a:extLst>
                <a:ext uri="{FF2B5EF4-FFF2-40B4-BE49-F238E27FC236}">
                  <a16:creationId xmlns:a16="http://schemas.microsoft.com/office/drawing/2014/main" id="{5DAD32A1-1249-4ABA-B7D2-F068D0D4D3F8}"/>
                </a:ext>
              </a:extLst>
            </p:cNvPr>
            <p:cNvSpPr/>
            <p:nvPr/>
          </p:nvSpPr>
          <p:spPr>
            <a:xfrm>
              <a:off x="1727363" y="4086481"/>
              <a:ext cx="683882" cy="686216"/>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grpSp>
        <p:nvGrpSpPr>
          <p:cNvPr id="10" name="Group 9">
            <a:extLst>
              <a:ext uri="{FF2B5EF4-FFF2-40B4-BE49-F238E27FC236}">
                <a16:creationId xmlns:a16="http://schemas.microsoft.com/office/drawing/2014/main" id="{3A215BE9-B303-434B-9E15-6EC5D7007495}"/>
              </a:ext>
            </a:extLst>
          </p:cNvPr>
          <p:cNvGrpSpPr/>
          <p:nvPr/>
        </p:nvGrpSpPr>
        <p:grpSpPr>
          <a:xfrm>
            <a:off x="8507469" y="529601"/>
            <a:ext cx="2745260" cy="2471860"/>
            <a:chOff x="6486650" y="2648852"/>
            <a:chExt cx="2745260" cy="2471860"/>
          </a:xfrm>
          <a:solidFill>
            <a:schemeClr val="bg1">
              <a:alpha val="5000"/>
            </a:schemeClr>
          </a:solidFill>
        </p:grpSpPr>
        <p:sp>
          <p:nvSpPr>
            <p:cNvPr id="25" name="Freeform: Shape 24">
              <a:extLst>
                <a:ext uri="{FF2B5EF4-FFF2-40B4-BE49-F238E27FC236}">
                  <a16:creationId xmlns:a16="http://schemas.microsoft.com/office/drawing/2014/main" id="{7809DAD2-AC54-4D08-BA47-B17D63965C4A}"/>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26" name="Group 25">
              <a:extLst>
                <a:ext uri="{FF2B5EF4-FFF2-40B4-BE49-F238E27FC236}">
                  <a16:creationId xmlns:a16="http://schemas.microsoft.com/office/drawing/2014/main" id="{32FE9CBB-A365-4955-9D17-02A906A0A62F}"/>
                </a:ext>
              </a:extLst>
            </p:cNvPr>
            <p:cNvGrpSpPr/>
            <p:nvPr/>
          </p:nvGrpSpPr>
          <p:grpSpPr>
            <a:xfrm>
              <a:off x="7392963" y="2648852"/>
              <a:ext cx="1838947" cy="1835405"/>
              <a:chOff x="7167947" y="1624190"/>
              <a:chExt cx="2677922" cy="2672763"/>
            </a:xfrm>
            <a:grpFill/>
          </p:grpSpPr>
          <p:sp>
            <p:nvSpPr>
              <p:cNvPr id="27" name="Freeform: Shape 26">
                <a:extLst>
                  <a:ext uri="{FF2B5EF4-FFF2-40B4-BE49-F238E27FC236}">
                    <a16:creationId xmlns:a16="http://schemas.microsoft.com/office/drawing/2014/main" id="{5449B596-5392-4413-8239-0EFAC58C51AC}"/>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8C02BA6-7A63-47F9-8DDF-38320E62477D}"/>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grpSp>
        <p:nvGrpSpPr>
          <p:cNvPr id="11" name="Group 10">
            <a:extLst>
              <a:ext uri="{FF2B5EF4-FFF2-40B4-BE49-F238E27FC236}">
                <a16:creationId xmlns:a16="http://schemas.microsoft.com/office/drawing/2014/main" id="{C952D0FF-E99F-49A0-B658-59855EA4A5AC}"/>
              </a:ext>
            </a:extLst>
          </p:cNvPr>
          <p:cNvGrpSpPr/>
          <p:nvPr/>
        </p:nvGrpSpPr>
        <p:grpSpPr>
          <a:xfrm rot="18655185">
            <a:off x="7923365" y="4809769"/>
            <a:ext cx="1639387" cy="985059"/>
            <a:chOff x="2753518" y="3556278"/>
            <a:chExt cx="2028524" cy="1218879"/>
          </a:xfrm>
          <a:solidFill>
            <a:schemeClr val="bg1">
              <a:alpha val="5000"/>
            </a:schemeClr>
          </a:solidFill>
        </p:grpSpPr>
        <p:sp>
          <p:nvSpPr>
            <p:cNvPr id="21" name="Freeform: Shape 20">
              <a:extLst>
                <a:ext uri="{FF2B5EF4-FFF2-40B4-BE49-F238E27FC236}">
                  <a16:creationId xmlns:a16="http://schemas.microsoft.com/office/drawing/2014/main" id="{7E06EEF8-C820-49D6-9EAE-41763A5315FA}"/>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22" name="Group 21">
              <a:extLst>
                <a:ext uri="{FF2B5EF4-FFF2-40B4-BE49-F238E27FC236}">
                  <a16:creationId xmlns:a16="http://schemas.microsoft.com/office/drawing/2014/main" id="{6B6371E7-8DBE-4426-B808-11EE3562F156}"/>
                </a:ext>
              </a:extLst>
            </p:cNvPr>
            <p:cNvGrpSpPr/>
            <p:nvPr/>
          </p:nvGrpSpPr>
          <p:grpSpPr>
            <a:xfrm>
              <a:off x="3563163" y="3556278"/>
              <a:ext cx="1218879" cy="1218879"/>
              <a:chOff x="3264582" y="1870309"/>
              <a:chExt cx="1774962" cy="1774962"/>
            </a:xfrm>
            <a:grpFill/>
          </p:grpSpPr>
          <p:sp>
            <p:nvSpPr>
              <p:cNvPr id="23" name="Freeform: Shape 22">
                <a:extLst>
                  <a:ext uri="{FF2B5EF4-FFF2-40B4-BE49-F238E27FC236}">
                    <a16:creationId xmlns:a16="http://schemas.microsoft.com/office/drawing/2014/main" id="{6B056C3D-76B0-4443-AB02-45EB5BF3EE13}"/>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7089887-82B9-4AAD-94F6-87BE88D57333}"/>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grpSp>
        <p:nvGrpSpPr>
          <p:cNvPr id="12" name="Group 11">
            <a:extLst>
              <a:ext uri="{FF2B5EF4-FFF2-40B4-BE49-F238E27FC236}">
                <a16:creationId xmlns:a16="http://schemas.microsoft.com/office/drawing/2014/main" id="{BB558D77-924C-4DCC-BFF7-E4B3731F5DA2}"/>
              </a:ext>
            </a:extLst>
          </p:cNvPr>
          <p:cNvGrpSpPr/>
          <p:nvPr/>
        </p:nvGrpSpPr>
        <p:grpSpPr>
          <a:xfrm>
            <a:off x="218787" y="4076953"/>
            <a:ext cx="2745260" cy="2471860"/>
            <a:chOff x="6486650" y="2648852"/>
            <a:chExt cx="2745260" cy="2471860"/>
          </a:xfrm>
          <a:solidFill>
            <a:schemeClr val="bg1">
              <a:alpha val="5000"/>
            </a:schemeClr>
          </a:solidFill>
        </p:grpSpPr>
        <p:sp>
          <p:nvSpPr>
            <p:cNvPr id="17" name="Freeform: Shape 16">
              <a:extLst>
                <a:ext uri="{FF2B5EF4-FFF2-40B4-BE49-F238E27FC236}">
                  <a16:creationId xmlns:a16="http://schemas.microsoft.com/office/drawing/2014/main" id="{889ABFBE-0792-4BCE-A56B-CA7BFD894F8B}"/>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18" name="Group 17">
              <a:extLst>
                <a:ext uri="{FF2B5EF4-FFF2-40B4-BE49-F238E27FC236}">
                  <a16:creationId xmlns:a16="http://schemas.microsoft.com/office/drawing/2014/main" id="{3CB55807-BD22-4048-954D-034035693AB1}"/>
                </a:ext>
              </a:extLst>
            </p:cNvPr>
            <p:cNvGrpSpPr/>
            <p:nvPr/>
          </p:nvGrpSpPr>
          <p:grpSpPr>
            <a:xfrm>
              <a:off x="7392963" y="2648852"/>
              <a:ext cx="1838947" cy="1835405"/>
              <a:chOff x="7167947" y="1624190"/>
              <a:chExt cx="2677922" cy="2672763"/>
            </a:xfrm>
            <a:grpFill/>
          </p:grpSpPr>
          <p:sp>
            <p:nvSpPr>
              <p:cNvPr id="19" name="Freeform: Shape 18">
                <a:extLst>
                  <a:ext uri="{FF2B5EF4-FFF2-40B4-BE49-F238E27FC236}">
                    <a16:creationId xmlns:a16="http://schemas.microsoft.com/office/drawing/2014/main" id="{B604511B-5CCB-4401-AD66-43DC945D0707}"/>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5779E09-5F7A-4743-A1ED-396B9867C6F6}"/>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13" name="Freeform: Shape 12">
            <a:extLst>
              <a:ext uri="{FF2B5EF4-FFF2-40B4-BE49-F238E27FC236}">
                <a16:creationId xmlns:a16="http://schemas.microsoft.com/office/drawing/2014/main" id="{91A4F8E1-7B8C-4038-8994-541902C4B0AB}"/>
              </a:ext>
            </a:extLst>
          </p:cNvPr>
          <p:cNvSpPr/>
          <p:nvPr/>
        </p:nvSpPr>
        <p:spPr>
          <a:xfrm>
            <a:off x="3839744" y="5541765"/>
            <a:ext cx="936646" cy="931442"/>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bg1">
              <a:alpha val="5000"/>
            </a:schemeClr>
          </a:solidFill>
          <a:ln w="515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31E7249-19DE-4C8D-8922-A84026F00998}"/>
              </a:ext>
            </a:extLst>
          </p:cNvPr>
          <p:cNvSpPr/>
          <p:nvPr/>
        </p:nvSpPr>
        <p:spPr>
          <a:xfrm>
            <a:off x="3024122" y="4785587"/>
            <a:ext cx="1051669" cy="1070562"/>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05F296A9-A09A-48BD-A24C-EBADEB320079}"/>
              </a:ext>
            </a:extLst>
          </p:cNvPr>
          <p:cNvSpPr/>
          <p:nvPr/>
        </p:nvSpPr>
        <p:spPr>
          <a:xfrm rot="2246763">
            <a:off x="322349" y="3332008"/>
            <a:ext cx="1218879" cy="1218879"/>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solidFill>
            <a:schemeClr val="bg1">
              <a:alpha val="5000"/>
            </a:schemeClr>
          </a:solidFill>
          <a:ln w="515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7F4FB8-48CF-4E0D-8CB1-B2ED10FE732C}"/>
              </a:ext>
            </a:extLst>
          </p:cNvPr>
          <p:cNvSpPr/>
          <p:nvPr/>
        </p:nvSpPr>
        <p:spPr>
          <a:xfrm>
            <a:off x="6408280" y="6041992"/>
            <a:ext cx="494433" cy="491686"/>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bg1">
              <a:alpha val="5000"/>
            </a:schemeClr>
          </a:solidFill>
          <a:ln w="5155" cap="flat">
            <a:noFill/>
            <a:prstDash val="solid"/>
            <a:miter/>
          </a:ln>
        </p:spPr>
        <p:txBody>
          <a:bodyPr rtlCol="0" anchor="ctr"/>
          <a:lstStyle/>
          <a:p>
            <a:endParaRPr lang="en-US"/>
          </a:p>
        </p:txBody>
      </p:sp>
      <p:grpSp>
        <p:nvGrpSpPr>
          <p:cNvPr id="42" name="Group 41">
            <a:extLst>
              <a:ext uri="{FF2B5EF4-FFF2-40B4-BE49-F238E27FC236}">
                <a16:creationId xmlns:a16="http://schemas.microsoft.com/office/drawing/2014/main" id="{C394B5F9-D8AC-415E-8C09-4BE415AA2EDA}"/>
              </a:ext>
            </a:extLst>
          </p:cNvPr>
          <p:cNvGrpSpPr/>
          <p:nvPr userDrawn="1"/>
        </p:nvGrpSpPr>
        <p:grpSpPr>
          <a:xfrm rot="14140429">
            <a:off x="1251624" y="1931265"/>
            <a:ext cx="1916415" cy="1725560"/>
            <a:chOff x="6486650" y="2648852"/>
            <a:chExt cx="2745260" cy="2471860"/>
          </a:xfrm>
          <a:solidFill>
            <a:schemeClr val="bg1">
              <a:alpha val="5000"/>
            </a:schemeClr>
          </a:solidFill>
        </p:grpSpPr>
        <p:sp>
          <p:nvSpPr>
            <p:cNvPr id="43" name="Freeform: Shape 42">
              <a:extLst>
                <a:ext uri="{FF2B5EF4-FFF2-40B4-BE49-F238E27FC236}">
                  <a16:creationId xmlns:a16="http://schemas.microsoft.com/office/drawing/2014/main" id="{8EFBED93-CBB4-4C98-8D24-35EE940EECB0}"/>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44" name="Group 43">
              <a:extLst>
                <a:ext uri="{FF2B5EF4-FFF2-40B4-BE49-F238E27FC236}">
                  <a16:creationId xmlns:a16="http://schemas.microsoft.com/office/drawing/2014/main" id="{2A8F8B1D-3A60-433E-8DEA-E9695D76ACF7}"/>
                </a:ext>
              </a:extLst>
            </p:cNvPr>
            <p:cNvGrpSpPr/>
            <p:nvPr/>
          </p:nvGrpSpPr>
          <p:grpSpPr>
            <a:xfrm>
              <a:off x="7392963" y="2648852"/>
              <a:ext cx="1838947" cy="1835405"/>
              <a:chOff x="7167947" y="1624190"/>
              <a:chExt cx="2677922" cy="2672763"/>
            </a:xfrm>
            <a:grpFill/>
          </p:grpSpPr>
          <p:sp>
            <p:nvSpPr>
              <p:cNvPr id="45" name="Freeform: Shape 44">
                <a:extLst>
                  <a:ext uri="{FF2B5EF4-FFF2-40B4-BE49-F238E27FC236}">
                    <a16:creationId xmlns:a16="http://schemas.microsoft.com/office/drawing/2014/main" id="{BC21027D-C275-43F0-9DF7-CDBF13331717}"/>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FE31230A-3F00-4E5D-AB2B-619EA30B194D}"/>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47" name="Freeform: Shape 46">
            <a:extLst>
              <a:ext uri="{FF2B5EF4-FFF2-40B4-BE49-F238E27FC236}">
                <a16:creationId xmlns:a16="http://schemas.microsoft.com/office/drawing/2014/main" id="{BED5CE5D-67E4-403F-B3DA-7E99871E9C8C}"/>
              </a:ext>
            </a:extLst>
          </p:cNvPr>
          <p:cNvSpPr/>
          <p:nvPr userDrawn="1"/>
        </p:nvSpPr>
        <p:spPr>
          <a:xfrm>
            <a:off x="529815" y="248541"/>
            <a:ext cx="577306" cy="577307"/>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solidFill>
            <a:schemeClr val="bg1">
              <a:alpha val="5000"/>
            </a:schemeClr>
          </a:solidFill>
          <a:ln w="515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170C0C8B-A623-4A77-8067-AE3A11119257}"/>
              </a:ext>
            </a:extLst>
          </p:cNvPr>
          <p:cNvSpPr/>
          <p:nvPr userDrawn="1"/>
        </p:nvSpPr>
        <p:spPr>
          <a:xfrm>
            <a:off x="7565721" y="431683"/>
            <a:ext cx="1263772" cy="1286476"/>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a:p>
        </p:txBody>
      </p:sp>
      <p:grpSp>
        <p:nvGrpSpPr>
          <p:cNvPr id="61" name="Group 60">
            <a:extLst>
              <a:ext uri="{FF2B5EF4-FFF2-40B4-BE49-F238E27FC236}">
                <a16:creationId xmlns:a16="http://schemas.microsoft.com/office/drawing/2014/main" id="{8EDAEFC4-4C0C-4BEB-903F-14C3DBA0B8C0}"/>
              </a:ext>
            </a:extLst>
          </p:cNvPr>
          <p:cNvGrpSpPr/>
          <p:nvPr userDrawn="1"/>
        </p:nvGrpSpPr>
        <p:grpSpPr>
          <a:xfrm rot="19800000">
            <a:off x="206465" y="743263"/>
            <a:ext cx="3054679" cy="1218879"/>
            <a:chOff x="1727363" y="3556278"/>
            <a:chExt cx="3054679" cy="1218879"/>
          </a:xfrm>
          <a:solidFill>
            <a:schemeClr val="bg1">
              <a:alpha val="5000"/>
            </a:schemeClr>
          </a:solidFill>
        </p:grpSpPr>
        <p:sp>
          <p:nvSpPr>
            <p:cNvPr id="62" name="Freeform: Shape 61">
              <a:extLst>
                <a:ext uri="{FF2B5EF4-FFF2-40B4-BE49-F238E27FC236}">
                  <a16:creationId xmlns:a16="http://schemas.microsoft.com/office/drawing/2014/main" id="{A1906127-6506-4703-A9AE-51223C1418C5}"/>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63" name="Group 62">
              <a:extLst>
                <a:ext uri="{FF2B5EF4-FFF2-40B4-BE49-F238E27FC236}">
                  <a16:creationId xmlns:a16="http://schemas.microsoft.com/office/drawing/2014/main" id="{E3C86351-4A7B-4A01-A872-297FC5E76705}"/>
                </a:ext>
              </a:extLst>
            </p:cNvPr>
            <p:cNvGrpSpPr/>
            <p:nvPr/>
          </p:nvGrpSpPr>
          <p:grpSpPr>
            <a:xfrm>
              <a:off x="3563163" y="3556278"/>
              <a:ext cx="1218879" cy="1218879"/>
              <a:chOff x="3264582" y="1870309"/>
              <a:chExt cx="1774962" cy="1774962"/>
            </a:xfrm>
            <a:grpFill/>
          </p:grpSpPr>
          <p:sp>
            <p:nvSpPr>
              <p:cNvPr id="65" name="Freeform: Shape 64">
                <a:extLst>
                  <a:ext uri="{FF2B5EF4-FFF2-40B4-BE49-F238E27FC236}">
                    <a16:creationId xmlns:a16="http://schemas.microsoft.com/office/drawing/2014/main" id="{AD4F4732-F596-454F-92F1-65E5E4954D19}"/>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EB1B23E5-8635-4B3E-8862-FDD5D0A04D2D}"/>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sp>
          <p:nvSpPr>
            <p:cNvPr id="64" name="Freeform: Shape 63">
              <a:extLst>
                <a:ext uri="{FF2B5EF4-FFF2-40B4-BE49-F238E27FC236}">
                  <a16:creationId xmlns:a16="http://schemas.microsoft.com/office/drawing/2014/main" id="{D4404570-F880-4ADE-AC20-8133EAAC08BE}"/>
                </a:ext>
              </a:extLst>
            </p:cNvPr>
            <p:cNvSpPr/>
            <p:nvPr/>
          </p:nvSpPr>
          <p:spPr>
            <a:xfrm>
              <a:off x="1727363" y="4086481"/>
              <a:ext cx="683882" cy="686216"/>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grpSp>
        <p:nvGrpSpPr>
          <p:cNvPr id="67" name="Group 66">
            <a:extLst>
              <a:ext uri="{FF2B5EF4-FFF2-40B4-BE49-F238E27FC236}">
                <a16:creationId xmlns:a16="http://schemas.microsoft.com/office/drawing/2014/main" id="{3E87EBBC-FED0-431E-A2D8-2BF60AF707F1}"/>
              </a:ext>
            </a:extLst>
          </p:cNvPr>
          <p:cNvGrpSpPr/>
          <p:nvPr userDrawn="1"/>
        </p:nvGrpSpPr>
        <p:grpSpPr>
          <a:xfrm rot="13107797">
            <a:off x="6810793" y="5777610"/>
            <a:ext cx="1277753" cy="767764"/>
            <a:chOff x="2753518" y="3556278"/>
            <a:chExt cx="2028524" cy="1218879"/>
          </a:xfrm>
          <a:solidFill>
            <a:schemeClr val="bg1">
              <a:alpha val="5000"/>
            </a:schemeClr>
          </a:solidFill>
        </p:grpSpPr>
        <p:sp>
          <p:nvSpPr>
            <p:cNvPr id="68" name="Freeform: Shape 67">
              <a:extLst>
                <a:ext uri="{FF2B5EF4-FFF2-40B4-BE49-F238E27FC236}">
                  <a16:creationId xmlns:a16="http://schemas.microsoft.com/office/drawing/2014/main" id="{4E8B5CDA-A8E3-48D9-B1C6-1E28374AAF94}"/>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69" name="Group 68">
              <a:extLst>
                <a:ext uri="{FF2B5EF4-FFF2-40B4-BE49-F238E27FC236}">
                  <a16:creationId xmlns:a16="http://schemas.microsoft.com/office/drawing/2014/main" id="{F5A5C1DD-EF26-4025-B68D-0775AA454261}"/>
                </a:ext>
              </a:extLst>
            </p:cNvPr>
            <p:cNvGrpSpPr/>
            <p:nvPr/>
          </p:nvGrpSpPr>
          <p:grpSpPr>
            <a:xfrm>
              <a:off x="3563163" y="3556278"/>
              <a:ext cx="1218879" cy="1218879"/>
              <a:chOff x="3264582" y="1870309"/>
              <a:chExt cx="1774962" cy="1774962"/>
            </a:xfrm>
            <a:grpFill/>
          </p:grpSpPr>
          <p:sp>
            <p:nvSpPr>
              <p:cNvPr id="70" name="Freeform: Shape 69">
                <a:extLst>
                  <a:ext uri="{FF2B5EF4-FFF2-40B4-BE49-F238E27FC236}">
                    <a16:creationId xmlns:a16="http://schemas.microsoft.com/office/drawing/2014/main" id="{F04AE5A0-084E-4214-8571-E964F22366AE}"/>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6F66AB02-A030-4AD1-9F74-1D06F453FF8F}"/>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sp>
        <p:nvSpPr>
          <p:cNvPr id="72" name="Freeform: Shape 71">
            <a:extLst>
              <a:ext uri="{FF2B5EF4-FFF2-40B4-BE49-F238E27FC236}">
                <a16:creationId xmlns:a16="http://schemas.microsoft.com/office/drawing/2014/main" id="{1C980EF8-E09C-4F4B-BF9F-49F28E94B6ED}"/>
              </a:ext>
            </a:extLst>
          </p:cNvPr>
          <p:cNvSpPr/>
          <p:nvPr userDrawn="1"/>
        </p:nvSpPr>
        <p:spPr>
          <a:xfrm>
            <a:off x="8809094" y="351406"/>
            <a:ext cx="577306" cy="577307"/>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solidFill>
            <a:schemeClr val="bg1">
              <a:alpha val="5000"/>
            </a:schemeClr>
          </a:solidFill>
          <a:ln w="5155" cap="flat">
            <a:noFill/>
            <a:prstDash val="solid"/>
            <a:miter/>
          </a:ln>
        </p:spPr>
        <p:txBody>
          <a:bodyPr rtlCol="0" anchor="ctr"/>
          <a:lstStyle/>
          <a:p>
            <a:endParaRPr lang="en-US"/>
          </a:p>
        </p:txBody>
      </p:sp>
    </p:spTree>
    <p:extLst>
      <p:ext uri="{BB962C8B-B14F-4D97-AF65-F5344CB8AC3E}">
        <p14:creationId xmlns:p14="http://schemas.microsoft.com/office/powerpoint/2010/main" val="370659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4064022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05323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ntents slide layout">
    <p:bg>
      <p:bgPr>
        <a:solidFill>
          <a:schemeClr val="accent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6082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B998F8-5F60-4F3A-941E-65C7CA793196}"/>
              </a:ext>
            </a:extLst>
          </p:cNvPr>
          <p:cNvSpPr/>
          <p:nvPr userDrawn="1"/>
        </p:nvSpPr>
        <p:spPr>
          <a:xfrm>
            <a:off x="0" y="0"/>
            <a:ext cx="398145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16E2B211-279E-47AD-8321-BBE0A034E63C}"/>
              </a:ext>
            </a:extLst>
          </p:cNvPr>
          <p:cNvGrpSpPr/>
          <p:nvPr userDrawn="1"/>
        </p:nvGrpSpPr>
        <p:grpSpPr>
          <a:xfrm rot="12911792" flipH="1" flipV="1">
            <a:off x="2790331" y="4225532"/>
            <a:ext cx="706431" cy="492914"/>
            <a:chOff x="5405974" y="1533288"/>
            <a:chExt cx="608646" cy="424685"/>
          </a:xfrm>
        </p:grpSpPr>
        <p:sp>
          <p:nvSpPr>
            <p:cNvPr id="18" name="Trapezoid 17">
              <a:extLst>
                <a:ext uri="{FF2B5EF4-FFF2-40B4-BE49-F238E27FC236}">
                  <a16:creationId xmlns:a16="http://schemas.microsoft.com/office/drawing/2014/main" id="{3DECB3E9-32A4-485B-873B-63C6C59490D1}"/>
                </a:ext>
              </a:extLst>
            </p:cNvPr>
            <p:cNvSpPr/>
            <p:nvPr/>
          </p:nvSpPr>
          <p:spPr>
            <a:xfrm rot="5912136" flipH="1">
              <a:off x="5633173" y="1617814"/>
              <a:ext cx="141626" cy="93186"/>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apezoid 18">
              <a:extLst>
                <a:ext uri="{FF2B5EF4-FFF2-40B4-BE49-F238E27FC236}">
                  <a16:creationId xmlns:a16="http://schemas.microsoft.com/office/drawing/2014/main" id="{B97B4F36-AF1D-4D48-AB73-9687DD625973}"/>
                </a:ext>
              </a:extLst>
            </p:cNvPr>
            <p:cNvSpPr/>
            <p:nvPr/>
          </p:nvSpPr>
          <p:spPr>
            <a:xfrm rot="7277434" flipH="1">
              <a:off x="5857778" y="1735728"/>
              <a:ext cx="103331" cy="96694"/>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apezoid 19">
              <a:extLst>
                <a:ext uri="{FF2B5EF4-FFF2-40B4-BE49-F238E27FC236}">
                  <a16:creationId xmlns:a16="http://schemas.microsoft.com/office/drawing/2014/main" id="{18628655-B24C-4AA8-B86F-E4649EC635E8}"/>
                </a:ext>
              </a:extLst>
            </p:cNvPr>
            <p:cNvSpPr/>
            <p:nvPr/>
          </p:nvSpPr>
          <p:spPr>
            <a:xfrm rot="5912136" flipH="1">
              <a:off x="5438996" y="1500266"/>
              <a:ext cx="200130" cy="266173"/>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apezoid 20">
              <a:extLst>
                <a:ext uri="{FF2B5EF4-FFF2-40B4-BE49-F238E27FC236}">
                  <a16:creationId xmlns:a16="http://schemas.microsoft.com/office/drawing/2014/main" id="{3A6B24C9-2F1F-4C5E-B867-73AE6CD03838}"/>
                </a:ext>
              </a:extLst>
            </p:cNvPr>
            <p:cNvSpPr/>
            <p:nvPr/>
          </p:nvSpPr>
          <p:spPr>
            <a:xfrm rot="7277434" flipH="1">
              <a:off x="5727739" y="1619233"/>
              <a:ext cx="146016" cy="194202"/>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rapezoid 21">
              <a:extLst>
                <a:ext uri="{FF2B5EF4-FFF2-40B4-BE49-F238E27FC236}">
                  <a16:creationId xmlns:a16="http://schemas.microsoft.com/office/drawing/2014/main" id="{2AA7F5E5-BC6C-4756-A8EB-16B8328FA881}"/>
                </a:ext>
              </a:extLst>
            </p:cNvPr>
            <p:cNvSpPr/>
            <p:nvPr/>
          </p:nvSpPr>
          <p:spPr>
            <a:xfrm rot="8867088" flipH="1">
              <a:off x="5921123" y="1778027"/>
              <a:ext cx="93497" cy="179946"/>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497CDF6D-E63B-4A20-B935-7F27169038D3}"/>
              </a:ext>
            </a:extLst>
          </p:cNvPr>
          <p:cNvGrpSpPr/>
          <p:nvPr userDrawn="1"/>
        </p:nvGrpSpPr>
        <p:grpSpPr>
          <a:xfrm rot="20269720">
            <a:off x="2788843" y="4597087"/>
            <a:ext cx="773065" cy="771576"/>
            <a:chOff x="7167947" y="1624190"/>
            <a:chExt cx="2677920" cy="2672764"/>
          </a:xfrm>
          <a:solidFill>
            <a:schemeClr val="bg1"/>
          </a:solidFill>
        </p:grpSpPr>
        <p:sp>
          <p:nvSpPr>
            <p:cNvPr id="24" name="Freeform: Shape 23">
              <a:extLst>
                <a:ext uri="{FF2B5EF4-FFF2-40B4-BE49-F238E27FC236}">
                  <a16:creationId xmlns:a16="http://schemas.microsoft.com/office/drawing/2014/main" id="{B45EA29E-0702-4F6E-81A2-E3C8EFB2FBFE}"/>
                </a:ext>
              </a:extLst>
            </p:cNvPr>
            <p:cNvSpPr/>
            <p:nvPr/>
          </p:nvSpPr>
          <p:spPr>
            <a:xfrm>
              <a:off x="7167947" y="1624190"/>
              <a:ext cx="2677920" cy="2672764"/>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1270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1429830-A1B2-46C6-8E1F-3CDD87BDE661}"/>
                </a:ext>
              </a:extLst>
            </p:cNvPr>
            <p:cNvSpPr/>
            <p:nvPr/>
          </p:nvSpPr>
          <p:spPr>
            <a:xfrm>
              <a:off x="7628244" y="2084297"/>
              <a:ext cx="1757326" cy="1752551"/>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12700" cap="flat">
              <a:noFill/>
              <a:prstDash val="solid"/>
              <a:miter/>
            </a:ln>
          </p:spPr>
          <p:txBody>
            <a:bodyPr rtlCol="0" anchor="ctr"/>
            <a:lstStyle/>
            <a:p>
              <a:endParaRPr lang="en-US" dirty="0"/>
            </a:p>
          </p:txBody>
        </p:sp>
      </p:grpSp>
      <p:grpSp>
        <p:nvGrpSpPr>
          <p:cNvPr id="26" name="Group 25">
            <a:extLst>
              <a:ext uri="{FF2B5EF4-FFF2-40B4-BE49-F238E27FC236}">
                <a16:creationId xmlns:a16="http://schemas.microsoft.com/office/drawing/2014/main" id="{4A5EFBF7-A8A4-4D6E-8808-92696D9AC638}"/>
              </a:ext>
            </a:extLst>
          </p:cNvPr>
          <p:cNvGrpSpPr/>
          <p:nvPr userDrawn="1"/>
        </p:nvGrpSpPr>
        <p:grpSpPr>
          <a:xfrm rot="6679697" flipV="1">
            <a:off x="2514190" y="4250744"/>
            <a:ext cx="709209" cy="493240"/>
            <a:chOff x="5405974" y="1533288"/>
            <a:chExt cx="611040" cy="424965"/>
          </a:xfrm>
        </p:grpSpPr>
        <p:sp>
          <p:nvSpPr>
            <p:cNvPr id="27" name="Trapezoid 26">
              <a:extLst>
                <a:ext uri="{FF2B5EF4-FFF2-40B4-BE49-F238E27FC236}">
                  <a16:creationId xmlns:a16="http://schemas.microsoft.com/office/drawing/2014/main" id="{F604488B-1EF4-42B1-A6B5-7312ADA6A9C3}"/>
                </a:ext>
              </a:extLst>
            </p:cNvPr>
            <p:cNvSpPr/>
            <p:nvPr/>
          </p:nvSpPr>
          <p:spPr>
            <a:xfrm rot="5912136" flipH="1">
              <a:off x="5633173" y="1617814"/>
              <a:ext cx="141626" cy="93186"/>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rapezoid 27">
              <a:extLst>
                <a:ext uri="{FF2B5EF4-FFF2-40B4-BE49-F238E27FC236}">
                  <a16:creationId xmlns:a16="http://schemas.microsoft.com/office/drawing/2014/main" id="{D7D307F1-17F2-4B95-9A10-54A9B7C0CFD4}"/>
                </a:ext>
              </a:extLst>
            </p:cNvPr>
            <p:cNvSpPr/>
            <p:nvPr/>
          </p:nvSpPr>
          <p:spPr>
            <a:xfrm rot="5912136" flipH="1">
              <a:off x="5438996" y="1500266"/>
              <a:ext cx="200130" cy="266173"/>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rapezoid 28">
              <a:extLst>
                <a:ext uri="{FF2B5EF4-FFF2-40B4-BE49-F238E27FC236}">
                  <a16:creationId xmlns:a16="http://schemas.microsoft.com/office/drawing/2014/main" id="{1B2CFD6B-D5DB-4797-A1E8-D6713BECCFF0}"/>
                </a:ext>
              </a:extLst>
            </p:cNvPr>
            <p:cNvSpPr/>
            <p:nvPr/>
          </p:nvSpPr>
          <p:spPr>
            <a:xfrm rot="7277434" flipH="1">
              <a:off x="5857778" y="1735728"/>
              <a:ext cx="103331" cy="96694"/>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apezoid 29">
              <a:extLst>
                <a:ext uri="{FF2B5EF4-FFF2-40B4-BE49-F238E27FC236}">
                  <a16:creationId xmlns:a16="http://schemas.microsoft.com/office/drawing/2014/main" id="{240F08C5-AEE4-4DA8-B595-DFD5AAB6DE0D}"/>
                </a:ext>
              </a:extLst>
            </p:cNvPr>
            <p:cNvSpPr/>
            <p:nvPr/>
          </p:nvSpPr>
          <p:spPr>
            <a:xfrm rot="7277434" flipH="1">
              <a:off x="5727739" y="1619233"/>
              <a:ext cx="146016" cy="194202"/>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rapezoid 30">
              <a:extLst>
                <a:ext uri="{FF2B5EF4-FFF2-40B4-BE49-F238E27FC236}">
                  <a16:creationId xmlns:a16="http://schemas.microsoft.com/office/drawing/2014/main" id="{FB146A5D-87C6-47F6-BF4F-3E2D584E5F89}"/>
                </a:ext>
              </a:extLst>
            </p:cNvPr>
            <p:cNvSpPr/>
            <p:nvPr/>
          </p:nvSpPr>
          <p:spPr>
            <a:xfrm rot="8867088" flipH="1">
              <a:off x="5923517" y="1775373"/>
              <a:ext cx="93497" cy="182880"/>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 name="Group 3">
            <a:extLst>
              <a:ext uri="{FF2B5EF4-FFF2-40B4-BE49-F238E27FC236}">
                <a16:creationId xmlns:a16="http://schemas.microsoft.com/office/drawing/2014/main" id="{6A379968-FE4C-4380-9AD8-FCC2F2902ED8}"/>
              </a:ext>
            </a:extLst>
          </p:cNvPr>
          <p:cNvGrpSpPr/>
          <p:nvPr userDrawn="1"/>
        </p:nvGrpSpPr>
        <p:grpSpPr>
          <a:xfrm rot="2246763">
            <a:off x="1974127" y="1362251"/>
            <a:ext cx="2028524" cy="1778017"/>
            <a:chOff x="2753518" y="2997140"/>
            <a:chExt cx="2028524" cy="1778017"/>
          </a:xfrm>
          <a:solidFill>
            <a:schemeClr val="bg1">
              <a:alpha val="5000"/>
            </a:schemeClr>
          </a:solidFill>
        </p:grpSpPr>
        <p:sp>
          <p:nvSpPr>
            <p:cNvPr id="5" name="Freeform: Shape 4">
              <a:extLst>
                <a:ext uri="{FF2B5EF4-FFF2-40B4-BE49-F238E27FC236}">
                  <a16:creationId xmlns:a16="http://schemas.microsoft.com/office/drawing/2014/main" id="{CED8DA23-991A-4F5A-84D7-7BDAEC9B967B}"/>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6" name="Group 5">
              <a:extLst>
                <a:ext uri="{FF2B5EF4-FFF2-40B4-BE49-F238E27FC236}">
                  <a16:creationId xmlns:a16="http://schemas.microsoft.com/office/drawing/2014/main" id="{F7272C85-BFE8-4E25-B0D2-727926AA6B5E}"/>
                </a:ext>
              </a:extLst>
            </p:cNvPr>
            <p:cNvGrpSpPr/>
            <p:nvPr/>
          </p:nvGrpSpPr>
          <p:grpSpPr>
            <a:xfrm>
              <a:off x="3563163" y="3556278"/>
              <a:ext cx="1218879" cy="1218879"/>
              <a:chOff x="3264582" y="1870309"/>
              <a:chExt cx="1774962" cy="1774962"/>
            </a:xfrm>
            <a:grpFill/>
          </p:grpSpPr>
          <p:sp>
            <p:nvSpPr>
              <p:cNvPr id="8" name="Freeform: Shape 7">
                <a:extLst>
                  <a:ext uri="{FF2B5EF4-FFF2-40B4-BE49-F238E27FC236}">
                    <a16:creationId xmlns:a16="http://schemas.microsoft.com/office/drawing/2014/main" id="{1324B715-E1E3-414A-B516-E282A0E568CA}"/>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505C034-B686-4751-AF7C-F1443083293B}"/>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sp>
          <p:nvSpPr>
            <p:cNvPr id="7" name="Freeform: Shape 6">
              <a:extLst>
                <a:ext uri="{FF2B5EF4-FFF2-40B4-BE49-F238E27FC236}">
                  <a16:creationId xmlns:a16="http://schemas.microsoft.com/office/drawing/2014/main" id="{932CE2BE-5153-4691-A210-F5CEED8B7852}"/>
                </a:ext>
              </a:extLst>
            </p:cNvPr>
            <p:cNvSpPr/>
            <p:nvPr/>
          </p:nvSpPr>
          <p:spPr>
            <a:xfrm>
              <a:off x="3308806" y="2997140"/>
              <a:ext cx="683882" cy="686216"/>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grpSp>
        <p:nvGrpSpPr>
          <p:cNvPr id="10" name="Group 9">
            <a:extLst>
              <a:ext uri="{FF2B5EF4-FFF2-40B4-BE49-F238E27FC236}">
                <a16:creationId xmlns:a16="http://schemas.microsoft.com/office/drawing/2014/main" id="{BECD3404-3EA6-420D-8DBC-6D3A595FBFA2}"/>
              </a:ext>
            </a:extLst>
          </p:cNvPr>
          <p:cNvGrpSpPr/>
          <p:nvPr userDrawn="1"/>
        </p:nvGrpSpPr>
        <p:grpSpPr>
          <a:xfrm>
            <a:off x="0" y="2766599"/>
            <a:ext cx="2745260" cy="2471860"/>
            <a:chOff x="6486650" y="2648852"/>
            <a:chExt cx="2745260" cy="2471860"/>
          </a:xfrm>
          <a:solidFill>
            <a:schemeClr val="bg1">
              <a:alpha val="5000"/>
            </a:schemeClr>
          </a:solidFill>
        </p:grpSpPr>
        <p:sp>
          <p:nvSpPr>
            <p:cNvPr id="11" name="Freeform: Shape 10">
              <a:extLst>
                <a:ext uri="{FF2B5EF4-FFF2-40B4-BE49-F238E27FC236}">
                  <a16:creationId xmlns:a16="http://schemas.microsoft.com/office/drawing/2014/main" id="{18ECA3BD-4287-4CAB-8CFB-CC4BBC008582}"/>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12" name="Group 11">
              <a:extLst>
                <a:ext uri="{FF2B5EF4-FFF2-40B4-BE49-F238E27FC236}">
                  <a16:creationId xmlns:a16="http://schemas.microsoft.com/office/drawing/2014/main" id="{B404465C-B632-42F2-8273-BA2C7FFDA7A2}"/>
                </a:ext>
              </a:extLst>
            </p:cNvPr>
            <p:cNvGrpSpPr/>
            <p:nvPr/>
          </p:nvGrpSpPr>
          <p:grpSpPr>
            <a:xfrm>
              <a:off x="7392963" y="2648852"/>
              <a:ext cx="1838947" cy="1835405"/>
              <a:chOff x="7167947" y="1624190"/>
              <a:chExt cx="2677922" cy="2672763"/>
            </a:xfrm>
            <a:grpFill/>
          </p:grpSpPr>
          <p:sp>
            <p:nvSpPr>
              <p:cNvPr id="13" name="Freeform: Shape 12">
                <a:extLst>
                  <a:ext uri="{FF2B5EF4-FFF2-40B4-BE49-F238E27FC236}">
                    <a16:creationId xmlns:a16="http://schemas.microsoft.com/office/drawing/2014/main" id="{100150D0-F178-431E-B2C4-A43288E12324}"/>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E443C86-7937-4604-892A-31CBB4C3B253}"/>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15" name="Freeform: Shape 14">
            <a:extLst>
              <a:ext uri="{FF2B5EF4-FFF2-40B4-BE49-F238E27FC236}">
                <a16:creationId xmlns:a16="http://schemas.microsoft.com/office/drawing/2014/main" id="{33011AC2-F2FD-44CD-BF51-A2C7AB4FB7F5}"/>
              </a:ext>
            </a:extLst>
          </p:cNvPr>
          <p:cNvSpPr/>
          <p:nvPr userDrawn="1"/>
        </p:nvSpPr>
        <p:spPr>
          <a:xfrm>
            <a:off x="3140906" y="3608100"/>
            <a:ext cx="623915" cy="635123"/>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795D01C-5E4D-42EF-81C8-036347FC14D7}"/>
              </a:ext>
            </a:extLst>
          </p:cNvPr>
          <p:cNvSpPr/>
          <p:nvPr userDrawn="1"/>
        </p:nvSpPr>
        <p:spPr>
          <a:xfrm rot="2246763">
            <a:off x="103562" y="2021654"/>
            <a:ext cx="1218879" cy="1218879"/>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solidFill>
            <a:schemeClr val="bg1">
              <a:alpha val="5000"/>
            </a:schemeClr>
          </a:solidFill>
          <a:ln w="5155" cap="flat">
            <a:noFill/>
            <a:prstDash val="solid"/>
            <a:miter/>
          </a:ln>
        </p:spPr>
        <p:txBody>
          <a:bodyPr rtlCol="0" anchor="ctr"/>
          <a:lstStyle/>
          <a:p>
            <a:endParaRPr lang="en-US"/>
          </a:p>
        </p:txBody>
      </p:sp>
      <p:sp>
        <p:nvSpPr>
          <p:cNvPr id="32" name="Rectangle: Top Corners Rounded 31">
            <a:extLst>
              <a:ext uri="{FF2B5EF4-FFF2-40B4-BE49-F238E27FC236}">
                <a16:creationId xmlns:a16="http://schemas.microsoft.com/office/drawing/2014/main" id="{11BA3E48-397A-40E6-82CD-AFA7318A5754}"/>
              </a:ext>
            </a:extLst>
          </p:cNvPr>
          <p:cNvSpPr/>
          <p:nvPr userDrawn="1"/>
        </p:nvSpPr>
        <p:spPr>
          <a:xfrm rot="10800000" flipH="1">
            <a:off x="292045" y="0"/>
            <a:ext cx="1618488" cy="256032"/>
          </a:xfrm>
          <a:prstGeom prst="round2SameRect">
            <a:avLst>
              <a:gd name="adj1" fmla="val 50000"/>
              <a:gd name="adj2"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FC3E8D1C-B4B0-4270-BF60-0AB071A5B57A}"/>
              </a:ext>
            </a:extLst>
          </p:cNvPr>
          <p:cNvGrpSpPr/>
          <p:nvPr userDrawn="1"/>
        </p:nvGrpSpPr>
        <p:grpSpPr>
          <a:xfrm rot="20249292" flipH="1" flipV="1">
            <a:off x="2408466" y="3007856"/>
            <a:ext cx="405220" cy="1013819"/>
            <a:chOff x="4130248" y="650162"/>
            <a:chExt cx="502279" cy="1664988"/>
          </a:xfrm>
          <a:solidFill>
            <a:schemeClr val="accent2"/>
          </a:solidFill>
        </p:grpSpPr>
        <p:sp>
          <p:nvSpPr>
            <p:cNvPr id="34" name="Trapezoid 33">
              <a:extLst>
                <a:ext uri="{FF2B5EF4-FFF2-40B4-BE49-F238E27FC236}">
                  <a16:creationId xmlns:a16="http://schemas.microsoft.com/office/drawing/2014/main" id="{01E654A2-A845-4D9C-AC7E-DD1A1FB316D8}"/>
                </a:ext>
              </a:extLst>
            </p:cNvPr>
            <p:cNvSpPr/>
            <p:nvPr/>
          </p:nvSpPr>
          <p:spPr>
            <a:xfrm>
              <a:off x="4130248" y="650162"/>
              <a:ext cx="502273" cy="1664988"/>
            </a:xfrm>
            <a:prstGeom prst="trapezoid">
              <a:avLst>
                <a:gd name="adj" fmla="val 9168"/>
              </a:avLst>
            </a:prstGeom>
            <a:grp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rapezoid 94">
              <a:extLst>
                <a:ext uri="{FF2B5EF4-FFF2-40B4-BE49-F238E27FC236}">
                  <a16:creationId xmlns:a16="http://schemas.microsoft.com/office/drawing/2014/main" id="{49392ED5-842E-4BB8-9F02-6F05DBDAC68A}"/>
                </a:ext>
              </a:extLst>
            </p:cNvPr>
            <p:cNvSpPr/>
            <p:nvPr/>
          </p:nvSpPr>
          <p:spPr>
            <a:xfrm>
              <a:off x="4449648" y="650162"/>
              <a:ext cx="182879" cy="1664988"/>
            </a:xfrm>
            <a:custGeom>
              <a:avLst/>
              <a:gdLst>
                <a:gd name="connsiteX0" fmla="*/ 0 w 182880"/>
                <a:gd name="connsiteY0" fmla="*/ 1664988 h 1664988"/>
                <a:gd name="connsiteX1" fmla="*/ 0 w 182880"/>
                <a:gd name="connsiteY1" fmla="*/ 0 h 1664988"/>
                <a:gd name="connsiteX2" fmla="*/ 182880 w 182880"/>
                <a:gd name="connsiteY2" fmla="*/ 0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130540 w 182880"/>
                <a:gd name="connsiteY2" fmla="*/ 3079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68965 w 182880"/>
                <a:gd name="connsiteY2" fmla="*/ 6157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133619 w 182880"/>
                <a:gd name="connsiteY2" fmla="*/ 3079 h 1664988"/>
                <a:gd name="connsiteX3" fmla="*/ 182880 w 182880"/>
                <a:gd name="connsiteY3" fmla="*/ 1664988 h 1664988"/>
                <a:gd name="connsiteX4" fmla="*/ 0 w 182880"/>
                <a:gd name="connsiteY4" fmla="*/ 1664988 h 1664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 h="1664988">
                  <a:moveTo>
                    <a:pt x="0" y="1664988"/>
                  </a:moveTo>
                  <a:lnTo>
                    <a:pt x="0" y="0"/>
                  </a:lnTo>
                  <a:lnTo>
                    <a:pt x="133619" y="3079"/>
                  </a:lnTo>
                  <a:lnTo>
                    <a:pt x="182880" y="1664988"/>
                  </a:lnTo>
                  <a:lnTo>
                    <a:pt x="0" y="1664988"/>
                  </a:lnTo>
                  <a:close/>
                </a:path>
              </a:pathLst>
            </a:cu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3F7416A9-09BE-4355-8142-7849BBC59832}"/>
              </a:ext>
            </a:extLst>
          </p:cNvPr>
          <p:cNvGrpSpPr/>
          <p:nvPr userDrawn="1"/>
        </p:nvGrpSpPr>
        <p:grpSpPr>
          <a:xfrm rot="15704020" flipH="1" flipV="1">
            <a:off x="2663420" y="3873638"/>
            <a:ext cx="340169" cy="340171"/>
            <a:chOff x="5108323" y="1463792"/>
            <a:chExt cx="374636" cy="374638"/>
          </a:xfrm>
        </p:grpSpPr>
        <p:sp>
          <p:nvSpPr>
            <p:cNvPr id="37" name="Oval 36">
              <a:extLst>
                <a:ext uri="{FF2B5EF4-FFF2-40B4-BE49-F238E27FC236}">
                  <a16:creationId xmlns:a16="http://schemas.microsoft.com/office/drawing/2014/main" id="{71F29D26-D2C3-4D21-B19D-E7708FC9FF28}"/>
                </a:ext>
              </a:extLst>
            </p:cNvPr>
            <p:cNvSpPr/>
            <p:nvPr/>
          </p:nvSpPr>
          <p:spPr>
            <a:xfrm>
              <a:off x="5108323" y="1463792"/>
              <a:ext cx="374636" cy="374638"/>
            </a:xfrm>
            <a:prstGeom prst="ellipse">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Shape 37">
              <a:extLst>
                <a:ext uri="{FF2B5EF4-FFF2-40B4-BE49-F238E27FC236}">
                  <a16:creationId xmlns:a16="http://schemas.microsoft.com/office/drawing/2014/main" id="{5AB344E1-E2AB-4438-8DF4-30253B57B63D}"/>
                </a:ext>
              </a:extLst>
            </p:cNvPr>
            <p:cNvSpPr/>
            <p:nvPr/>
          </p:nvSpPr>
          <p:spPr>
            <a:xfrm>
              <a:off x="5167785" y="1523587"/>
              <a:ext cx="255882" cy="255676"/>
            </a:xfrm>
            <a:custGeom>
              <a:avLst/>
              <a:gdLst>
                <a:gd name="connsiteX0" fmla="*/ 127864 w 255882"/>
                <a:gd name="connsiteY0" fmla="*/ 81461 h 255676"/>
                <a:gd name="connsiteX1" fmla="*/ 81805 w 255882"/>
                <a:gd name="connsiteY1" fmla="*/ 127520 h 255676"/>
                <a:gd name="connsiteX2" fmla="*/ 127864 w 255882"/>
                <a:gd name="connsiteY2" fmla="*/ 173579 h 255676"/>
                <a:gd name="connsiteX3" fmla="*/ 173923 w 255882"/>
                <a:gd name="connsiteY3" fmla="*/ 127520 h 255676"/>
                <a:gd name="connsiteX4" fmla="*/ 127864 w 255882"/>
                <a:gd name="connsiteY4" fmla="*/ 81461 h 255676"/>
                <a:gd name="connsiteX5" fmla="*/ 122296 w 255882"/>
                <a:gd name="connsiteY5" fmla="*/ 86 h 255676"/>
                <a:gd name="connsiteX6" fmla="*/ 127383 w 255882"/>
                <a:gd name="connsiteY6" fmla="*/ 4211 h 255676"/>
                <a:gd name="connsiteX7" fmla="*/ 132401 w 255882"/>
                <a:gd name="connsiteY7" fmla="*/ 21809 h 255676"/>
                <a:gd name="connsiteX8" fmla="*/ 145188 w 255882"/>
                <a:gd name="connsiteY8" fmla="*/ 29027 h 255676"/>
                <a:gd name="connsiteX9" fmla="*/ 149312 w 255882"/>
                <a:gd name="connsiteY9" fmla="*/ 25452 h 255676"/>
                <a:gd name="connsiteX10" fmla="*/ 158937 w 255882"/>
                <a:gd name="connsiteY10" fmla="*/ 9160 h 255676"/>
                <a:gd name="connsiteX11" fmla="*/ 166705 w 255882"/>
                <a:gd name="connsiteY11" fmla="*/ 5929 h 255676"/>
                <a:gd name="connsiteX12" fmla="*/ 174404 w 255882"/>
                <a:gd name="connsiteY12" fmla="*/ 18372 h 255676"/>
                <a:gd name="connsiteX13" fmla="*/ 172479 w 255882"/>
                <a:gd name="connsiteY13" fmla="*/ 34046 h 255676"/>
                <a:gd name="connsiteX14" fmla="*/ 172479 w 255882"/>
                <a:gd name="connsiteY14" fmla="*/ 35695 h 255676"/>
                <a:gd name="connsiteX15" fmla="*/ 186434 w 255882"/>
                <a:gd name="connsiteY15" fmla="*/ 41882 h 255676"/>
                <a:gd name="connsiteX16" fmla="*/ 201764 w 255882"/>
                <a:gd name="connsiteY16" fmla="*/ 30402 h 255676"/>
                <a:gd name="connsiteX17" fmla="*/ 211045 w 255882"/>
                <a:gd name="connsiteY17" fmla="*/ 30540 h 255676"/>
                <a:gd name="connsiteX18" fmla="*/ 212488 w 255882"/>
                <a:gd name="connsiteY18" fmla="*/ 31777 h 255676"/>
                <a:gd name="connsiteX19" fmla="*/ 214069 w 255882"/>
                <a:gd name="connsiteY19" fmla="*/ 42364 h 255676"/>
                <a:gd name="connsiteX20" fmla="*/ 205614 w 255882"/>
                <a:gd name="connsiteY20" fmla="*/ 57418 h 255676"/>
                <a:gd name="connsiteX21" fmla="*/ 206783 w 255882"/>
                <a:gd name="connsiteY21" fmla="*/ 67180 h 255676"/>
                <a:gd name="connsiteX22" fmla="*/ 215719 w 255882"/>
                <a:gd name="connsiteY22" fmla="*/ 70755 h 255676"/>
                <a:gd name="connsiteX23" fmla="*/ 233799 w 255882"/>
                <a:gd name="connsiteY23" fmla="*/ 66011 h 255676"/>
                <a:gd name="connsiteX24" fmla="*/ 241498 w 255882"/>
                <a:gd name="connsiteY24" fmla="*/ 68967 h 255676"/>
                <a:gd name="connsiteX25" fmla="*/ 243836 w 255882"/>
                <a:gd name="connsiteY25" fmla="*/ 73573 h 255676"/>
                <a:gd name="connsiteX26" fmla="*/ 241911 w 255882"/>
                <a:gd name="connsiteY26" fmla="*/ 80379 h 255676"/>
                <a:gd name="connsiteX27" fmla="*/ 226443 w 255882"/>
                <a:gd name="connsiteY27" fmla="*/ 92684 h 255676"/>
                <a:gd name="connsiteX28" fmla="*/ 223694 w 255882"/>
                <a:gd name="connsiteY28" fmla="*/ 100177 h 255676"/>
                <a:gd name="connsiteX29" fmla="*/ 224519 w 255882"/>
                <a:gd name="connsiteY29" fmla="*/ 103202 h 255676"/>
                <a:gd name="connsiteX30" fmla="*/ 230843 w 255882"/>
                <a:gd name="connsiteY30" fmla="*/ 108633 h 255676"/>
                <a:gd name="connsiteX31" fmla="*/ 249541 w 255882"/>
                <a:gd name="connsiteY31" fmla="*/ 111176 h 255676"/>
                <a:gd name="connsiteX32" fmla="*/ 255591 w 255882"/>
                <a:gd name="connsiteY32" fmla="*/ 117157 h 255676"/>
                <a:gd name="connsiteX33" fmla="*/ 255797 w 255882"/>
                <a:gd name="connsiteY33" fmla="*/ 122519 h 255676"/>
                <a:gd name="connsiteX34" fmla="*/ 251398 w 255882"/>
                <a:gd name="connsiteY34" fmla="*/ 127675 h 255676"/>
                <a:gd name="connsiteX35" fmla="*/ 233799 w 255882"/>
                <a:gd name="connsiteY35" fmla="*/ 132693 h 255676"/>
                <a:gd name="connsiteX36" fmla="*/ 226650 w 255882"/>
                <a:gd name="connsiteY36" fmla="*/ 144586 h 255676"/>
                <a:gd name="connsiteX37" fmla="*/ 230293 w 255882"/>
                <a:gd name="connsiteY37" fmla="*/ 149398 h 255676"/>
                <a:gd name="connsiteX38" fmla="*/ 246448 w 255882"/>
                <a:gd name="connsiteY38" fmla="*/ 158884 h 255676"/>
                <a:gd name="connsiteX39" fmla="*/ 249954 w 255882"/>
                <a:gd name="connsiteY39" fmla="*/ 167065 h 255676"/>
                <a:gd name="connsiteX40" fmla="*/ 249816 w 255882"/>
                <a:gd name="connsiteY40" fmla="*/ 167890 h 255676"/>
                <a:gd name="connsiteX41" fmla="*/ 240123 w 255882"/>
                <a:gd name="connsiteY41" fmla="*/ 174833 h 255676"/>
                <a:gd name="connsiteX42" fmla="*/ 223212 w 255882"/>
                <a:gd name="connsiteY42" fmla="*/ 172702 h 255676"/>
                <a:gd name="connsiteX43" fmla="*/ 214688 w 255882"/>
                <a:gd name="connsiteY43" fmla="*/ 177102 h 255676"/>
                <a:gd name="connsiteX44" fmla="*/ 214551 w 255882"/>
                <a:gd name="connsiteY44" fmla="*/ 187276 h 255676"/>
                <a:gd name="connsiteX45" fmla="*/ 225481 w 255882"/>
                <a:gd name="connsiteY45" fmla="*/ 201712 h 255676"/>
                <a:gd name="connsiteX46" fmla="*/ 225481 w 255882"/>
                <a:gd name="connsiteY46" fmla="*/ 211130 h 255676"/>
                <a:gd name="connsiteX47" fmla="*/ 225068 w 255882"/>
                <a:gd name="connsiteY47" fmla="*/ 211611 h 255676"/>
                <a:gd name="connsiteX48" fmla="*/ 213245 w 255882"/>
                <a:gd name="connsiteY48" fmla="*/ 213948 h 255676"/>
                <a:gd name="connsiteX49" fmla="*/ 198602 w 255882"/>
                <a:gd name="connsiteY49" fmla="*/ 205699 h 255676"/>
                <a:gd name="connsiteX50" fmla="*/ 188565 w 255882"/>
                <a:gd name="connsiteY50" fmla="*/ 207143 h 255676"/>
                <a:gd name="connsiteX51" fmla="*/ 185334 w 255882"/>
                <a:gd name="connsiteY51" fmla="*/ 216217 h 255676"/>
                <a:gd name="connsiteX52" fmla="*/ 190078 w 255882"/>
                <a:gd name="connsiteY52" fmla="*/ 234503 h 255676"/>
                <a:gd name="connsiteX53" fmla="*/ 187397 w 255882"/>
                <a:gd name="connsiteY53" fmla="*/ 241377 h 255676"/>
                <a:gd name="connsiteX54" fmla="*/ 182585 w 255882"/>
                <a:gd name="connsiteY54" fmla="*/ 243852 h 255676"/>
                <a:gd name="connsiteX55" fmla="*/ 175366 w 255882"/>
                <a:gd name="connsiteY55" fmla="*/ 241859 h 255676"/>
                <a:gd name="connsiteX56" fmla="*/ 164024 w 255882"/>
                <a:gd name="connsiteY56" fmla="*/ 227491 h 255676"/>
                <a:gd name="connsiteX57" fmla="*/ 149381 w 255882"/>
                <a:gd name="connsiteY57" fmla="*/ 226254 h 255676"/>
                <a:gd name="connsiteX58" fmla="*/ 147456 w 255882"/>
                <a:gd name="connsiteY58" fmla="*/ 230103 h 255676"/>
                <a:gd name="connsiteX59" fmla="*/ 144844 w 255882"/>
                <a:gd name="connsiteY59" fmla="*/ 249008 h 255676"/>
                <a:gd name="connsiteX60" fmla="*/ 139895 w 255882"/>
                <a:gd name="connsiteY60" fmla="*/ 255676 h 255676"/>
                <a:gd name="connsiteX61" fmla="*/ 131577 w 255882"/>
                <a:gd name="connsiteY61" fmla="*/ 255676 h 255676"/>
                <a:gd name="connsiteX62" fmla="*/ 127933 w 255882"/>
                <a:gd name="connsiteY62" fmla="*/ 250589 h 255676"/>
                <a:gd name="connsiteX63" fmla="*/ 122777 w 255882"/>
                <a:gd name="connsiteY63" fmla="*/ 232372 h 255676"/>
                <a:gd name="connsiteX64" fmla="*/ 116659 w 255882"/>
                <a:gd name="connsiteY64" fmla="*/ 227010 h 255676"/>
                <a:gd name="connsiteX65" fmla="*/ 112947 w 255882"/>
                <a:gd name="connsiteY65" fmla="*/ 226597 h 255676"/>
                <a:gd name="connsiteX66" fmla="*/ 106622 w 255882"/>
                <a:gd name="connsiteY66" fmla="*/ 230103 h 255676"/>
                <a:gd name="connsiteX67" fmla="*/ 105041 w 255882"/>
                <a:gd name="connsiteY67" fmla="*/ 232784 h 255676"/>
                <a:gd name="connsiteX68" fmla="*/ 96380 w 255882"/>
                <a:gd name="connsiteY68" fmla="*/ 247427 h 255676"/>
                <a:gd name="connsiteX69" fmla="*/ 89849 w 255882"/>
                <a:gd name="connsiteY69" fmla="*/ 250108 h 255676"/>
                <a:gd name="connsiteX70" fmla="*/ 84555 w 255882"/>
                <a:gd name="connsiteY70" fmla="*/ 248320 h 255676"/>
                <a:gd name="connsiteX71" fmla="*/ 80981 w 255882"/>
                <a:gd name="connsiteY71" fmla="*/ 241652 h 255676"/>
                <a:gd name="connsiteX72" fmla="*/ 83249 w 255882"/>
                <a:gd name="connsiteY72" fmla="*/ 222885 h 255676"/>
                <a:gd name="connsiteX73" fmla="*/ 78094 w 255882"/>
                <a:gd name="connsiteY73" fmla="*/ 214155 h 255676"/>
                <a:gd name="connsiteX74" fmla="*/ 68538 w 255882"/>
                <a:gd name="connsiteY74" fmla="*/ 214636 h 255676"/>
                <a:gd name="connsiteX75" fmla="*/ 55133 w 255882"/>
                <a:gd name="connsiteY75" fmla="*/ 224810 h 255676"/>
                <a:gd name="connsiteX76" fmla="*/ 43240 w 255882"/>
                <a:gd name="connsiteY76" fmla="*/ 224123 h 255676"/>
                <a:gd name="connsiteX77" fmla="*/ 42209 w 255882"/>
                <a:gd name="connsiteY77" fmla="*/ 223091 h 255676"/>
                <a:gd name="connsiteX78" fmla="*/ 41178 w 255882"/>
                <a:gd name="connsiteY78" fmla="*/ 214842 h 255676"/>
                <a:gd name="connsiteX79" fmla="*/ 50115 w 255882"/>
                <a:gd name="connsiteY79" fmla="*/ 198893 h 255676"/>
                <a:gd name="connsiteX80" fmla="*/ 51627 w 255882"/>
                <a:gd name="connsiteY80" fmla="*/ 194013 h 255676"/>
                <a:gd name="connsiteX81" fmla="*/ 39597 w 255882"/>
                <a:gd name="connsiteY81" fmla="*/ 185420 h 255676"/>
                <a:gd name="connsiteX82" fmla="*/ 21105 w 255882"/>
                <a:gd name="connsiteY82" fmla="*/ 190232 h 255676"/>
                <a:gd name="connsiteX83" fmla="*/ 15193 w 255882"/>
                <a:gd name="connsiteY83" fmla="*/ 188238 h 255676"/>
                <a:gd name="connsiteX84" fmla="*/ 12237 w 255882"/>
                <a:gd name="connsiteY84" fmla="*/ 183014 h 255676"/>
                <a:gd name="connsiteX85" fmla="*/ 14230 w 255882"/>
                <a:gd name="connsiteY85" fmla="*/ 175314 h 255676"/>
                <a:gd name="connsiteX86" fmla="*/ 27910 w 255882"/>
                <a:gd name="connsiteY86" fmla="*/ 164453 h 255676"/>
                <a:gd name="connsiteX87" fmla="*/ 31554 w 255882"/>
                <a:gd name="connsiteY87" fmla="*/ 153385 h 255676"/>
                <a:gd name="connsiteX88" fmla="*/ 24198 w 255882"/>
                <a:gd name="connsiteY88" fmla="*/ 147198 h 255676"/>
                <a:gd name="connsiteX89" fmla="*/ 6943 w 255882"/>
                <a:gd name="connsiteY89" fmla="*/ 144861 h 255676"/>
                <a:gd name="connsiteX90" fmla="*/ 138 w 255882"/>
                <a:gd name="connsiteY90" fmla="*/ 140049 h 255676"/>
                <a:gd name="connsiteX91" fmla="*/ 0 w 255882"/>
                <a:gd name="connsiteY91" fmla="*/ 131525 h 255676"/>
                <a:gd name="connsiteX92" fmla="*/ 5019 w 255882"/>
                <a:gd name="connsiteY92" fmla="*/ 127881 h 255676"/>
                <a:gd name="connsiteX93" fmla="*/ 22617 w 255882"/>
                <a:gd name="connsiteY93" fmla="*/ 122931 h 255676"/>
                <a:gd name="connsiteX94" fmla="*/ 28667 w 255882"/>
                <a:gd name="connsiteY94" fmla="*/ 116194 h 255676"/>
                <a:gd name="connsiteX95" fmla="*/ 29010 w 255882"/>
                <a:gd name="connsiteY95" fmla="*/ 113307 h 255676"/>
                <a:gd name="connsiteX96" fmla="*/ 25229 w 255882"/>
                <a:gd name="connsiteY96" fmla="*/ 106295 h 255676"/>
                <a:gd name="connsiteX97" fmla="*/ 9281 w 255882"/>
                <a:gd name="connsiteY97" fmla="*/ 96946 h 255676"/>
                <a:gd name="connsiteX98" fmla="*/ 5843 w 255882"/>
                <a:gd name="connsiteY98" fmla="*/ 88560 h 255676"/>
                <a:gd name="connsiteX99" fmla="*/ 6187 w 255882"/>
                <a:gd name="connsiteY99" fmla="*/ 87391 h 255676"/>
                <a:gd name="connsiteX100" fmla="*/ 15261 w 255882"/>
                <a:gd name="connsiteY100" fmla="*/ 81135 h 255676"/>
                <a:gd name="connsiteX101" fmla="*/ 32173 w 255882"/>
                <a:gd name="connsiteY101" fmla="*/ 83060 h 255676"/>
                <a:gd name="connsiteX102" fmla="*/ 40834 w 255882"/>
                <a:gd name="connsiteY102" fmla="*/ 79073 h 255676"/>
                <a:gd name="connsiteX103" fmla="*/ 40147 w 255882"/>
                <a:gd name="connsiteY103" fmla="*/ 67318 h 255676"/>
                <a:gd name="connsiteX104" fmla="*/ 29629 w 255882"/>
                <a:gd name="connsiteY104" fmla="*/ 53363 h 255676"/>
                <a:gd name="connsiteX105" fmla="*/ 29629 w 255882"/>
                <a:gd name="connsiteY105" fmla="*/ 45595 h 255676"/>
                <a:gd name="connsiteX106" fmla="*/ 33066 w 255882"/>
                <a:gd name="connsiteY106" fmla="*/ 41745 h 255676"/>
                <a:gd name="connsiteX107" fmla="*/ 40422 w 255882"/>
                <a:gd name="connsiteY107" fmla="*/ 40920 h 255676"/>
                <a:gd name="connsiteX108" fmla="*/ 56027 w 255882"/>
                <a:gd name="connsiteY108" fmla="*/ 49719 h 255676"/>
                <a:gd name="connsiteX109" fmla="*/ 69982 w 255882"/>
                <a:gd name="connsiteY109" fmla="*/ 45801 h 255676"/>
                <a:gd name="connsiteX110" fmla="*/ 70325 w 255882"/>
                <a:gd name="connsiteY110" fmla="*/ 39751 h 255676"/>
                <a:gd name="connsiteX111" fmla="*/ 65788 w 255882"/>
                <a:gd name="connsiteY111" fmla="*/ 22221 h 255676"/>
                <a:gd name="connsiteX112" fmla="*/ 69088 w 255882"/>
                <a:gd name="connsiteY112" fmla="*/ 14110 h 255676"/>
                <a:gd name="connsiteX113" fmla="*/ 71632 w 255882"/>
                <a:gd name="connsiteY113" fmla="*/ 12735 h 255676"/>
                <a:gd name="connsiteX114" fmla="*/ 81118 w 255882"/>
                <a:gd name="connsiteY114" fmla="*/ 15072 h 255676"/>
                <a:gd name="connsiteX115" fmla="*/ 92049 w 255882"/>
                <a:gd name="connsiteY115" fmla="*/ 28958 h 255676"/>
                <a:gd name="connsiteX116" fmla="*/ 106966 w 255882"/>
                <a:gd name="connsiteY116" fmla="*/ 28890 h 255676"/>
                <a:gd name="connsiteX117" fmla="*/ 108754 w 255882"/>
                <a:gd name="connsiteY117" fmla="*/ 22565 h 255676"/>
                <a:gd name="connsiteX118" fmla="*/ 110953 w 255882"/>
                <a:gd name="connsiteY118" fmla="*/ 6479 h 255676"/>
                <a:gd name="connsiteX119" fmla="*/ 116934 w 255882"/>
                <a:gd name="connsiteY119" fmla="*/ 292 h 255676"/>
                <a:gd name="connsiteX120" fmla="*/ 122296 w 255882"/>
                <a:gd name="connsiteY120" fmla="*/ 86 h 25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255882" h="255676">
                  <a:moveTo>
                    <a:pt x="127864" y="81461"/>
                  </a:moveTo>
                  <a:cubicBezTo>
                    <a:pt x="102426" y="81461"/>
                    <a:pt x="81805" y="102082"/>
                    <a:pt x="81805" y="127520"/>
                  </a:cubicBezTo>
                  <a:cubicBezTo>
                    <a:pt x="81805" y="152958"/>
                    <a:pt x="102426" y="173579"/>
                    <a:pt x="127864" y="173579"/>
                  </a:cubicBezTo>
                  <a:cubicBezTo>
                    <a:pt x="153302" y="173579"/>
                    <a:pt x="173923" y="152958"/>
                    <a:pt x="173923" y="127520"/>
                  </a:cubicBezTo>
                  <a:cubicBezTo>
                    <a:pt x="173923" y="102082"/>
                    <a:pt x="153302" y="81461"/>
                    <a:pt x="127864" y="81461"/>
                  </a:cubicBezTo>
                  <a:close/>
                  <a:moveTo>
                    <a:pt x="122296" y="86"/>
                  </a:moveTo>
                  <a:cubicBezTo>
                    <a:pt x="124908" y="223"/>
                    <a:pt x="126696" y="1598"/>
                    <a:pt x="127383" y="4211"/>
                  </a:cubicBezTo>
                  <a:cubicBezTo>
                    <a:pt x="129033" y="10054"/>
                    <a:pt x="130752" y="15966"/>
                    <a:pt x="132401" y="21809"/>
                  </a:cubicBezTo>
                  <a:cubicBezTo>
                    <a:pt x="134120" y="27790"/>
                    <a:pt x="139070" y="30608"/>
                    <a:pt x="145188" y="29027"/>
                  </a:cubicBezTo>
                  <a:cubicBezTo>
                    <a:pt x="147181" y="28546"/>
                    <a:pt x="148350" y="27102"/>
                    <a:pt x="149312" y="25452"/>
                  </a:cubicBezTo>
                  <a:cubicBezTo>
                    <a:pt x="152475" y="20022"/>
                    <a:pt x="155706" y="14591"/>
                    <a:pt x="158937" y="9160"/>
                  </a:cubicBezTo>
                  <a:cubicBezTo>
                    <a:pt x="160999" y="5654"/>
                    <a:pt x="162786" y="4898"/>
                    <a:pt x="166705" y="5929"/>
                  </a:cubicBezTo>
                  <a:cubicBezTo>
                    <a:pt x="174542" y="7923"/>
                    <a:pt x="175573" y="9641"/>
                    <a:pt x="174404" y="18372"/>
                  </a:cubicBezTo>
                  <a:cubicBezTo>
                    <a:pt x="173717" y="23596"/>
                    <a:pt x="173098" y="28821"/>
                    <a:pt x="172479" y="34046"/>
                  </a:cubicBezTo>
                  <a:cubicBezTo>
                    <a:pt x="172410" y="34595"/>
                    <a:pt x="172410" y="35145"/>
                    <a:pt x="172479" y="35695"/>
                  </a:cubicBezTo>
                  <a:cubicBezTo>
                    <a:pt x="173373" y="41264"/>
                    <a:pt x="181828" y="45113"/>
                    <a:pt x="186434" y="41882"/>
                  </a:cubicBezTo>
                  <a:cubicBezTo>
                    <a:pt x="191659" y="38170"/>
                    <a:pt x="196677" y="34252"/>
                    <a:pt x="201764" y="30402"/>
                  </a:cubicBezTo>
                  <a:cubicBezTo>
                    <a:pt x="205476" y="27584"/>
                    <a:pt x="207333" y="27652"/>
                    <a:pt x="211045" y="30540"/>
                  </a:cubicBezTo>
                  <a:cubicBezTo>
                    <a:pt x="211526" y="30952"/>
                    <a:pt x="212007" y="31296"/>
                    <a:pt x="212488" y="31777"/>
                  </a:cubicBezTo>
                  <a:cubicBezTo>
                    <a:pt x="216819" y="35902"/>
                    <a:pt x="217025" y="37139"/>
                    <a:pt x="214069" y="42364"/>
                  </a:cubicBezTo>
                  <a:cubicBezTo>
                    <a:pt x="211251" y="47382"/>
                    <a:pt x="208570" y="52469"/>
                    <a:pt x="205614" y="57418"/>
                  </a:cubicBezTo>
                  <a:cubicBezTo>
                    <a:pt x="203483" y="61062"/>
                    <a:pt x="204445" y="64087"/>
                    <a:pt x="206783" y="67180"/>
                  </a:cubicBezTo>
                  <a:cubicBezTo>
                    <a:pt x="209120" y="70274"/>
                    <a:pt x="211801" y="71786"/>
                    <a:pt x="215719" y="70755"/>
                  </a:cubicBezTo>
                  <a:cubicBezTo>
                    <a:pt x="221769" y="69174"/>
                    <a:pt x="227818" y="67661"/>
                    <a:pt x="233799" y="66011"/>
                  </a:cubicBezTo>
                  <a:cubicBezTo>
                    <a:pt x="237649" y="64980"/>
                    <a:pt x="239367" y="65599"/>
                    <a:pt x="241498" y="68967"/>
                  </a:cubicBezTo>
                  <a:cubicBezTo>
                    <a:pt x="242461" y="70411"/>
                    <a:pt x="243286" y="71923"/>
                    <a:pt x="243836" y="73573"/>
                  </a:cubicBezTo>
                  <a:cubicBezTo>
                    <a:pt x="244867" y="76529"/>
                    <a:pt x="244385" y="78385"/>
                    <a:pt x="241911" y="80379"/>
                  </a:cubicBezTo>
                  <a:cubicBezTo>
                    <a:pt x="236755" y="84504"/>
                    <a:pt x="231668" y="88628"/>
                    <a:pt x="226443" y="92684"/>
                  </a:cubicBezTo>
                  <a:cubicBezTo>
                    <a:pt x="223831" y="94678"/>
                    <a:pt x="223144" y="97152"/>
                    <a:pt x="223694" y="100177"/>
                  </a:cubicBezTo>
                  <a:cubicBezTo>
                    <a:pt x="223900" y="101208"/>
                    <a:pt x="224244" y="102171"/>
                    <a:pt x="224519" y="103202"/>
                  </a:cubicBezTo>
                  <a:cubicBezTo>
                    <a:pt x="225412" y="106433"/>
                    <a:pt x="227543" y="108220"/>
                    <a:pt x="230843" y="108633"/>
                  </a:cubicBezTo>
                  <a:cubicBezTo>
                    <a:pt x="237099" y="109458"/>
                    <a:pt x="243354" y="110351"/>
                    <a:pt x="249541" y="111176"/>
                  </a:cubicBezTo>
                  <a:cubicBezTo>
                    <a:pt x="253254" y="111657"/>
                    <a:pt x="255178" y="113445"/>
                    <a:pt x="255591" y="117157"/>
                  </a:cubicBezTo>
                  <a:cubicBezTo>
                    <a:pt x="255797" y="118944"/>
                    <a:pt x="256003" y="120732"/>
                    <a:pt x="255797" y="122519"/>
                  </a:cubicBezTo>
                  <a:cubicBezTo>
                    <a:pt x="255453" y="125337"/>
                    <a:pt x="254010" y="126919"/>
                    <a:pt x="251398" y="127675"/>
                  </a:cubicBezTo>
                  <a:cubicBezTo>
                    <a:pt x="245554" y="129325"/>
                    <a:pt x="239642" y="130974"/>
                    <a:pt x="233799" y="132693"/>
                  </a:cubicBezTo>
                  <a:cubicBezTo>
                    <a:pt x="228093" y="134343"/>
                    <a:pt x="225481" y="138674"/>
                    <a:pt x="226650" y="144586"/>
                  </a:cubicBezTo>
                  <a:cubicBezTo>
                    <a:pt x="227062" y="146854"/>
                    <a:pt x="228368" y="148298"/>
                    <a:pt x="230293" y="149398"/>
                  </a:cubicBezTo>
                  <a:cubicBezTo>
                    <a:pt x="235655" y="152560"/>
                    <a:pt x="241017" y="155722"/>
                    <a:pt x="246448" y="158884"/>
                  </a:cubicBezTo>
                  <a:cubicBezTo>
                    <a:pt x="250435" y="161222"/>
                    <a:pt x="251054" y="162597"/>
                    <a:pt x="249954" y="167065"/>
                  </a:cubicBezTo>
                  <a:cubicBezTo>
                    <a:pt x="249885" y="167340"/>
                    <a:pt x="249885" y="167615"/>
                    <a:pt x="249816" y="167890"/>
                  </a:cubicBezTo>
                  <a:cubicBezTo>
                    <a:pt x="248166" y="173321"/>
                    <a:pt x="246310" y="176002"/>
                    <a:pt x="240123" y="174833"/>
                  </a:cubicBezTo>
                  <a:cubicBezTo>
                    <a:pt x="234555" y="173733"/>
                    <a:pt x="228849" y="173527"/>
                    <a:pt x="223212" y="172702"/>
                  </a:cubicBezTo>
                  <a:cubicBezTo>
                    <a:pt x="219225" y="172152"/>
                    <a:pt x="216613" y="173733"/>
                    <a:pt x="214688" y="177102"/>
                  </a:cubicBezTo>
                  <a:cubicBezTo>
                    <a:pt x="212695" y="180539"/>
                    <a:pt x="211801" y="183770"/>
                    <a:pt x="214551" y="187276"/>
                  </a:cubicBezTo>
                  <a:cubicBezTo>
                    <a:pt x="218263" y="192019"/>
                    <a:pt x="221838" y="196900"/>
                    <a:pt x="225481" y="201712"/>
                  </a:cubicBezTo>
                  <a:cubicBezTo>
                    <a:pt x="228506" y="205630"/>
                    <a:pt x="228506" y="207212"/>
                    <a:pt x="225481" y="211130"/>
                  </a:cubicBezTo>
                  <a:cubicBezTo>
                    <a:pt x="225343" y="211267"/>
                    <a:pt x="225206" y="211474"/>
                    <a:pt x="225068" y="211611"/>
                  </a:cubicBezTo>
                  <a:cubicBezTo>
                    <a:pt x="221081" y="215873"/>
                    <a:pt x="219500" y="217729"/>
                    <a:pt x="213245" y="213948"/>
                  </a:cubicBezTo>
                  <a:cubicBezTo>
                    <a:pt x="208432" y="211061"/>
                    <a:pt x="203345" y="208586"/>
                    <a:pt x="198602" y="205699"/>
                  </a:cubicBezTo>
                  <a:cubicBezTo>
                    <a:pt x="194684" y="203362"/>
                    <a:pt x="191659" y="204737"/>
                    <a:pt x="188565" y="207143"/>
                  </a:cubicBezTo>
                  <a:cubicBezTo>
                    <a:pt x="185472" y="209480"/>
                    <a:pt x="184234" y="212299"/>
                    <a:pt x="185334" y="216217"/>
                  </a:cubicBezTo>
                  <a:cubicBezTo>
                    <a:pt x="187053" y="222267"/>
                    <a:pt x="188565" y="228385"/>
                    <a:pt x="190078" y="234503"/>
                  </a:cubicBezTo>
                  <a:cubicBezTo>
                    <a:pt x="190903" y="237803"/>
                    <a:pt x="190215" y="239590"/>
                    <a:pt x="187397" y="241377"/>
                  </a:cubicBezTo>
                  <a:cubicBezTo>
                    <a:pt x="185884" y="242340"/>
                    <a:pt x="184303" y="243233"/>
                    <a:pt x="182585" y="243852"/>
                  </a:cubicBezTo>
                  <a:cubicBezTo>
                    <a:pt x="179560" y="244952"/>
                    <a:pt x="177360" y="244402"/>
                    <a:pt x="175366" y="241859"/>
                  </a:cubicBezTo>
                  <a:cubicBezTo>
                    <a:pt x="171585" y="237115"/>
                    <a:pt x="167805" y="232303"/>
                    <a:pt x="164024" y="227491"/>
                  </a:cubicBezTo>
                  <a:cubicBezTo>
                    <a:pt x="160380" y="222954"/>
                    <a:pt x="153781" y="222335"/>
                    <a:pt x="149381" y="226254"/>
                  </a:cubicBezTo>
                  <a:cubicBezTo>
                    <a:pt x="148213" y="227285"/>
                    <a:pt x="147663" y="228591"/>
                    <a:pt x="147456" y="230103"/>
                  </a:cubicBezTo>
                  <a:cubicBezTo>
                    <a:pt x="146563" y="236428"/>
                    <a:pt x="145532" y="242683"/>
                    <a:pt x="144844" y="249008"/>
                  </a:cubicBezTo>
                  <a:cubicBezTo>
                    <a:pt x="144432" y="252308"/>
                    <a:pt x="143126" y="254645"/>
                    <a:pt x="139895" y="255676"/>
                  </a:cubicBezTo>
                  <a:cubicBezTo>
                    <a:pt x="137145" y="255676"/>
                    <a:pt x="134326" y="255676"/>
                    <a:pt x="131577" y="255676"/>
                  </a:cubicBezTo>
                  <a:cubicBezTo>
                    <a:pt x="129652" y="254507"/>
                    <a:pt x="128552" y="252789"/>
                    <a:pt x="127933" y="250589"/>
                  </a:cubicBezTo>
                  <a:cubicBezTo>
                    <a:pt x="126283" y="244540"/>
                    <a:pt x="124427" y="238490"/>
                    <a:pt x="122777" y="232372"/>
                  </a:cubicBezTo>
                  <a:cubicBezTo>
                    <a:pt x="121884" y="229141"/>
                    <a:pt x="119890" y="227422"/>
                    <a:pt x="116659" y="227010"/>
                  </a:cubicBezTo>
                  <a:cubicBezTo>
                    <a:pt x="115422" y="226872"/>
                    <a:pt x="114184" y="226666"/>
                    <a:pt x="112947" y="226597"/>
                  </a:cubicBezTo>
                  <a:cubicBezTo>
                    <a:pt x="110060" y="226391"/>
                    <a:pt x="108066" y="227697"/>
                    <a:pt x="106622" y="230103"/>
                  </a:cubicBezTo>
                  <a:cubicBezTo>
                    <a:pt x="106072" y="230997"/>
                    <a:pt x="105591" y="231891"/>
                    <a:pt x="105041" y="232784"/>
                  </a:cubicBezTo>
                  <a:cubicBezTo>
                    <a:pt x="102154" y="237665"/>
                    <a:pt x="99335" y="242615"/>
                    <a:pt x="96380" y="247427"/>
                  </a:cubicBezTo>
                  <a:cubicBezTo>
                    <a:pt x="94798" y="250108"/>
                    <a:pt x="92873" y="250795"/>
                    <a:pt x="89849" y="250108"/>
                  </a:cubicBezTo>
                  <a:cubicBezTo>
                    <a:pt x="87993" y="249695"/>
                    <a:pt x="86274" y="249077"/>
                    <a:pt x="84555" y="248320"/>
                  </a:cubicBezTo>
                  <a:cubicBezTo>
                    <a:pt x="81531" y="246877"/>
                    <a:pt x="80568" y="245021"/>
                    <a:pt x="80981" y="241652"/>
                  </a:cubicBezTo>
                  <a:cubicBezTo>
                    <a:pt x="81737" y="235397"/>
                    <a:pt x="82356" y="229141"/>
                    <a:pt x="83249" y="222885"/>
                  </a:cubicBezTo>
                  <a:cubicBezTo>
                    <a:pt x="83868" y="218486"/>
                    <a:pt x="81531" y="216080"/>
                    <a:pt x="78094" y="214155"/>
                  </a:cubicBezTo>
                  <a:cubicBezTo>
                    <a:pt x="74725" y="212299"/>
                    <a:pt x="71700" y="212024"/>
                    <a:pt x="68538" y="214636"/>
                  </a:cubicBezTo>
                  <a:cubicBezTo>
                    <a:pt x="64139" y="218142"/>
                    <a:pt x="59533" y="221373"/>
                    <a:pt x="55133" y="224810"/>
                  </a:cubicBezTo>
                  <a:cubicBezTo>
                    <a:pt x="50665" y="228316"/>
                    <a:pt x="48740" y="229072"/>
                    <a:pt x="43240" y="224123"/>
                  </a:cubicBezTo>
                  <a:cubicBezTo>
                    <a:pt x="42897" y="223779"/>
                    <a:pt x="42553" y="223435"/>
                    <a:pt x="42209" y="223091"/>
                  </a:cubicBezTo>
                  <a:cubicBezTo>
                    <a:pt x="39528" y="220342"/>
                    <a:pt x="39253" y="218211"/>
                    <a:pt x="41178" y="214842"/>
                  </a:cubicBezTo>
                  <a:cubicBezTo>
                    <a:pt x="44134" y="209549"/>
                    <a:pt x="47159" y="204187"/>
                    <a:pt x="50115" y="198893"/>
                  </a:cubicBezTo>
                  <a:cubicBezTo>
                    <a:pt x="50940" y="197381"/>
                    <a:pt x="51833" y="195869"/>
                    <a:pt x="51627" y="194013"/>
                  </a:cubicBezTo>
                  <a:cubicBezTo>
                    <a:pt x="51146" y="188444"/>
                    <a:pt x="44959" y="184045"/>
                    <a:pt x="39597" y="185420"/>
                  </a:cubicBezTo>
                  <a:cubicBezTo>
                    <a:pt x="33410" y="187001"/>
                    <a:pt x="27223" y="188582"/>
                    <a:pt x="21105" y="190232"/>
                  </a:cubicBezTo>
                  <a:cubicBezTo>
                    <a:pt x="18630" y="190919"/>
                    <a:pt x="16774" y="190163"/>
                    <a:pt x="15193" y="188238"/>
                  </a:cubicBezTo>
                  <a:cubicBezTo>
                    <a:pt x="13887" y="186657"/>
                    <a:pt x="13062" y="184870"/>
                    <a:pt x="12237" y="183014"/>
                  </a:cubicBezTo>
                  <a:cubicBezTo>
                    <a:pt x="10862" y="179783"/>
                    <a:pt x="11481" y="177445"/>
                    <a:pt x="14230" y="175314"/>
                  </a:cubicBezTo>
                  <a:cubicBezTo>
                    <a:pt x="18767" y="171671"/>
                    <a:pt x="23373" y="168096"/>
                    <a:pt x="27910" y="164453"/>
                  </a:cubicBezTo>
                  <a:cubicBezTo>
                    <a:pt x="32722" y="160741"/>
                    <a:pt x="33135" y="159159"/>
                    <a:pt x="31554" y="153385"/>
                  </a:cubicBezTo>
                  <a:cubicBezTo>
                    <a:pt x="30454" y="149604"/>
                    <a:pt x="28185" y="147611"/>
                    <a:pt x="24198" y="147198"/>
                  </a:cubicBezTo>
                  <a:cubicBezTo>
                    <a:pt x="18424" y="146579"/>
                    <a:pt x="12718" y="145479"/>
                    <a:pt x="6943" y="144861"/>
                  </a:cubicBezTo>
                  <a:cubicBezTo>
                    <a:pt x="3644" y="144517"/>
                    <a:pt x="1306" y="143211"/>
                    <a:pt x="138" y="140049"/>
                  </a:cubicBezTo>
                  <a:cubicBezTo>
                    <a:pt x="0" y="137093"/>
                    <a:pt x="0" y="134343"/>
                    <a:pt x="0" y="131525"/>
                  </a:cubicBezTo>
                  <a:cubicBezTo>
                    <a:pt x="1100" y="129462"/>
                    <a:pt x="2819" y="128431"/>
                    <a:pt x="5019" y="127881"/>
                  </a:cubicBezTo>
                  <a:cubicBezTo>
                    <a:pt x="10931" y="126300"/>
                    <a:pt x="16705" y="124513"/>
                    <a:pt x="22617" y="122931"/>
                  </a:cubicBezTo>
                  <a:cubicBezTo>
                    <a:pt x="26192" y="121969"/>
                    <a:pt x="28323" y="119975"/>
                    <a:pt x="28667" y="116194"/>
                  </a:cubicBezTo>
                  <a:cubicBezTo>
                    <a:pt x="28735" y="115232"/>
                    <a:pt x="28873" y="114270"/>
                    <a:pt x="29010" y="113307"/>
                  </a:cubicBezTo>
                  <a:cubicBezTo>
                    <a:pt x="29354" y="110076"/>
                    <a:pt x="27910" y="107876"/>
                    <a:pt x="25229" y="106295"/>
                  </a:cubicBezTo>
                  <a:cubicBezTo>
                    <a:pt x="19867" y="103202"/>
                    <a:pt x="14574" y="100040"/>
                    <a:pt x="9281" y="96946"/>
                  </a:cubicBezTo>
                  <a:cubicBezTo>
                    <a:pt x="5362" y="94678"/>
                    <a:pt x="4675" y="92959"/>
                    <a:pt x="5843" y="88560"/>
                  </a:cubicBezTo>
                  <a:cubicBezTo>
                    <a:pt x="5981" y="88147"/>
                    <a:pt x="6050" y="87735"/>
                    <a:pt x="6187" y="87391"/>
                  </a:cubicBezTo>
                  <a:cubicBezTo>
                    <a:pt x="7906" y="81685"/>
                    <a:pt x="9418" y="80585"/>
                    <a:pt x="15261" y="81135"/>
                  </a:cubicBezTo>
                  <a:cubicBezTo>
                    <a:pt x="20898" y="81685"/>
                    <a:pt x="26535" y="82304"/>
                    <a:pt x="32173" y="83060"/>
                  </a:cubicBezTo>
                  <a:cubicBezTo>
                    <a:pt x="36641" y="83610"/>
                    <a:pt x="38566" y="82854"/>
                    <a:pt x="40834" y="79073"/>
                  </a:cubicBezTo>
                  <a:cubicBezTo>
                    <a:pt x="44065" y="73848"/>
                    <a:pt x="43928" y="72198"/>
                    <a:pt x="40147" y="67318"/>
                  </a:cubicBezTo>
                  <a:cubicBezTo>
                    <a:pt x="36572" y="62712"/>
                    <a:pt x="33066" y="58037"/>
                    <a:pt x="29629" y="53363"/>
                  </a:cubicBezTo>
                  <a:cubicBezTo>
                    <a:pt x="27567" y="50613"/>
                    <a:pt x="27567" y="48344"/>
                    <a:pt x="29629" y="45595"/>
                  </a:cubicBezTo>
                  <a:cubicBezTo>
                    <a:pt x="30660" y="44220"/>
                    <a:pt x="31760" y="42845"/>
                    <a:pt x="33066" y="41745"/>
                  </a:cubicBezTo>
                  <a:cubicBezTo>
                    <a:pt x="35678" y="39545"/>
                    <a:pt x="37466" y="39270"/>
                    <a:pt x="40422" y="40920"/>
                  </a:cubicBezTo>
                  <a:cubicBezTo>
                    <a:pt x="45646" y="43807"/>
                    <a:pt x="51008" y="46488"/>
                    <a:pt x="56027" y="49719"/>
                  </a:cubicBezTo>
                  <a:cubicBezTo>
                    <a:pt x="61801" y="53431"/>
                    <a:pt x="65788" y="50957"/>
                    <a:pt x="69982" y="45801"/>
                  </a:cubicBezTo>
                  <a:cubicBezTo>
                    <a:pt x="71357" y="44082"/>
                    <a:pt x="70875" y="41814"/>
                    <a:pt x="70325" y="39751"/>
                  </a:cubicBezTo>
                  <a:cubicBezTo>
                    <a:pt x="68813" y="33908"/>
                    <a:pt x="67301" y="28065"/>
                    <a:pt x="65788" y="22221"/>
                  </a:cubicBezTo>
                  <a:cubicBezTo>
                    <a:pt x="64688" y="18028"/>
                    <a:pt x="65376" y="16309"/>
                    <a:pt x="69088" y="14110"/>
                  </a:cubicBezTo>
                  <a:cubicBezTo>
                    <a:pt x="69913" y="13628"/>
                    <a:pt x="70738" y="13147"/>
                    <a:pt x="71632" y="12735"/>
                  </a:cubicBezTo>
                  <a:cubicBezTo>
                    <a:pt x="76100" y="10672"/>
                    <a:pt x="78094" y="11154"/>
                    <a:pt x="81118" y="15072"/>
                  </a:cubicBezTo>
                  <a:cubicBezTo>
                    <a:pt x="84762" y="19678"/>
                    <a:pt x="88405" y="24353"/>
                    <a:pt x="92049" y="28958"/>
                  </a:cubicBezTo>
                  <a:cubicBezTo>
                    <a:pt x="95486" y="33221"/>
                    <a:pt x="103529" y="33221"/>
                    <a:pt x="106966" y="28890"/>
                  </a:cubicBezTo>
                  <a:cubicBezTo>
                    <a:pt x="108410" y="27034"/>
                    <a:pt x="108410" y="24696"/>
                    <a:pt x="108754" y="22565"/>
                  </a:cubicBezTo>
                  <a:cubicBezTo>
                    <a:pt x="109578" y="17203"/>
                    <a:pt x="110266" y="11841"/>
                    <a:pt x="110953" y="6479"/>
                  </a:cubicBezTo>
                  <a:cubicBezTo>
                    <a:pt x="111503" y="2217"/>
                    <a:pt x="112672" y="1048"/>
                    <a:pt x="116934" y="292"/>
                  </a:cubicBezTo>
                  <a:cubicBezTo>
                    <a:pt x="118721" y="-52"/>
                    <a:pt x="120509" y="-52"/>
                    <a:pt x="122296" y="86"/>
                  </a:cubicBezTo>
                  <a:close/>
                </a:path>
              </a:pathLst>
            </a:custGeom>
            <a:solidFill>
              <a:schemeClr val="bg1"/>
            </a:solidFill>
            <a:ln w="5155" cap="flat">
              <a:noFill/>
              <a:prstDash val="solid"/>
              <a:miter/>
            </a:ln>
          </p:spPr>
          <p:txBody>
            <a:bodyPr rtlCol="0" anchor="ctr"/>
            <a:lstStyle/>
            <a:p>
              <a:endParaRPr lang="en-US"/>
            </a:p>
          </p:txBody>
        </p:sp>
      </p:grpSp>
      <p:grpSp>
        <p:nvGrpSpPr>
          <p:cNvPr id="39" name="Group 38">
            <a:extLst>
              <a:ext uri="{FF2B5EF4-FFF2-40B4-BE49-F238E27FC236}">
                <a16:creationId xmlns:a16="http://schemas.microsoft.com/office/drawing/2014/main" id="{3EE38B58-01FE-4D5B-B52B-DF7FB23D2B2C}"/>
              </a:ext>
            </a:extLst>
          </p:cNvPr>
          <p:cNvGrpSpPr/>
          <p:nvPr userDrawn="1"/>
        </p:nvGrpSpPr>
        <p:grpSpPr>
          <a:xfrm rot="17572368" flipH="1">
            <a:off x="1480750" y="1474295"/>
            <a:ext cx="487113" cy="1701453"/>
            <a:chOff x="391499" y="630207"/>
            <a:chExt cx="531848" cy="1593194"/>
          </a:xfrm>
        </p:grpSpPr>
        <p:sp>
          <p:nvSpPr>
            <p:cNvPr id="40" name="Rectangle: Rounded Corners 39">
              <a:extLst>
                <a:ext uri="{FF2B5EF4-FFF2-40B4-BE49-F238E27FC236}">
                  <a16:creationId xmlns:a16="http://schemas.microsoft.com/office/drawing/2014/main" id="{ADC60DCB-AA80-49A7-A330-6DEA44AF3C32}"/>
                </a:ext>
              </a:extLst>
            </p:cNvPr>
            <p:cNvSpPr/>
            <p:nvPr/>
          </p:nvSpPr>
          <p:spPr>
            <a:xfrm rot="20495611">
              <a:off x="400453" y="630207"/>
              <a:ext cx="522894" cy="1539139"/>
            </a:xfrm>
            <a:prstGeom prst="roundRect">
              <a:avLst>
                <a:gd name="adj"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8126044E-368C-440B-B94F-7A414E81ED0E}"/>
                </a:ext>
              </a:extLst>
            </p:cNvPr>
            <p:cNvSpPr/>
            <p:nvPr/>
          </p:nvSpPr>
          <p:spPr>
            <a:xfrm rot="20495611">
              <a:off x="391499" y="684262"/>
              <a:ext cx="191608" cy="1539139"/>
            </a:xfrm>
            <a:prstGeom prst="roundRect">
              <a:avLst>
                <a:gd name="adj"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C609EA3D-BF09-4750-8B89-52062CCAA8D8}"/>
              </a:ext>
            </a:extLst>
          </p:cNvPr>
          <p:cNvGrpSpPr/>
          <p:nvPr userDrawn="1"/>
        </p:nvGrpSpPr>
        <p:grpSpPr>
          <a:xfrm rot="9737426" flipH="1">
            <a:off x="2091150" y="2624217"/>
            <a:ext cx="514460" cy="514460"/>
            <a:chOff x="121429" y="411151"/>
            <a:chExt cx="607375" cy="607375"/>
          </a:xfrm>
        </p:grpSpPr>
        <p:sp>
          <p:nvSpPr>
            <p:cNvPr id="43" name="Oval 42">
              <a:extLst>
                <a:ext uri="{FF2B5EF4-FFF2-40B4-BE49-F238E27FC236}">
                  <a16:creationId xmlns:a16="http://schemas.microsoft.com/office/drawing/2014/main" id="{8CD88CA8-507A-4052-B3D1-5825B8BBAFFC}"/>
                </a:ext>
              </a:extLst>
            </p:cNvPr>
            <p:cNvSpPr/>
            <p:nvPr/>
          </p:nvSpPr>
          <p:spPr>
            <a:xfrm>
              <a:off x="121429" y="411151"/>
              <a:ext cx="607375" cy="607375"/>
            </a:xfrm>
            <a:prstGeom prst="ellipse">
              <a:avLst/>
            </a:prstGeom>
            <a:solidFill>
              <a:schemeClr val="accent2"/>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29BC079D-A9B7-4437-8CA1-2DF8E7A33A14}"/>
                </a:ext>
              </a:extLst>
            </p:cNvPr>
            <p:cNvSpPr/>
            <p:nvPr/>
          </p:nvSpPr>
          <p:spPr>
            <a:xfrm>
              <a:off x="186933" y="476655"/>
              <a:ext cx="476367" cy="476367"/>
            </a:xfrm>
            <a:custGeom>
              <a:avLst/>
              <a:gdLst>
                <a:gd name="connsiteX0" fmla="*/ 977265 w 1950394"/>
                <a:gd name="connsiteY0" fmla="*/ 1954006 h 1950394"/>
                <a:gd name="connsiteX1" fmla="*/ 4 w 1950394"/>
                <a:gd name="connsiteY1" fmla="*/ 977261 h 1950394"/>
                <a:gd name="connsiteX2" fmla="*/ 976749 w 1950394"/>
                <a:gd name="connsiteY2" fmla="*/ 0 h 1950394"/>
                <a:gd name="connsiteX3" fmla="*/ 1953494 w 1950394"/>
                <a:gd name="connsiteY3" fmla="*/ 976229 h 1950394"/>
                <a:gd name="connsiteX4" fmla="*/ 977265 w 1950394"/>
                <a:gd name="connsiteY4" fmla="*/ 1954006 h 1950394"/>
                <a:gd name="connsiteX5" fmla="*/ 1198104 w 1950394"/>
                <a:gd name="connsiteY5" fmla="*/ 1613977 h 1950394"/>
                <a:gd name="connsiteX6" fmla="*/ 1221839 w 1950394"/>
                <a:gd name="connsiteY6" fmla="*/ 1574763 h 1950394"/>
                <a:gd name="connsiteX7" fmla="*/ 1240930 w 1950394"/>
                <a:gd name="connsiteY7" fmla="*/ 1566507 h 1950394"/>
                <a:gd name="connsiteX8" fmla="*/ 1257957 w 1950394"/>
                <a:gd name="connsiteY8" fmla="*/ 1569603 h 1950394"/>
                <a:gd name="connsiteX9" fmla="*/ 1298203 w 1950394"/>
                <a:gd name="connsiteY9" fmla="*/ 1624297 h 1950394"/>
                <a:gd name="connsiteX10" fmla="*/ 1311619 w 1950394"/>
                <a:gd name="connsiteY10" fmla="*/ 1629456 h 1950394"/>
                <a:gd name="connsiteX11" fmla="*/ 1375084 w 1950394"/>
                <a:gd name="connsiteY11" fmla="*/ 1592822 h 1950394"/>
                <a:gd name="connsiteX12" fmla="*/ 1377148 w 1950394"/>
                <a:gd name="connsiteY12" fmla="*/ 1578891 h 1950394"/>
                <a:gd name="connsiteX13" fmla="*/ 1349285 w 1950394"/>
                <a:gd name="connsiteY13" fmla="*/ 1515426 h 1950394"/>
                <a:gd name="connsiteX14" fmla="*/ 1353413 w 1950394"/>
                <a:gd name="connsiteY14" fmla="*/ 1502010 h 1950394"/>
                <a:gd name="connsiteX15" fmla="*/ 1385919 w 1950394"/>
                <a:gd name="connsiteY15" fmla="*/ 1476727 h 1950394"/>
                <a:gd name="connsiteX16" fmla="*/ 1400883 w 1950394"/>
                <a:gd name="connsiteY16" fmla="*/ 1476727 h 1950394"/>
                <a:gd name="connsiteX17" fmla="*/ 1452996 w 1950394"/>
                <a:gd name="connsiteY17" fmla="*/ 1518005 h 1950394"/>
                <a:gd name="connsiteX18" fmla="*/ 1470024 w 1950394"/>
                <a:gd name="connsiteY18" fmla="*/ 1519553 h 1950394"/>
                <a:gd name="connsiteX19" fmla="*/ 1519041 w 1950394"/>
                <a:gd name="connsiteY19" fmla="*/ 1470535 h 1950394"/>
                <a:gd name="connsiteX20" fmla="*/ 1518010 w 1950394"/>
                <a:gd name="connsiteY20" fmla="*/ 1453508 h 1950394"/>
                <a:gd name="connsiteX21" fmla="*/ 1475699 w 1950394"/>
                <a:gd name="connsiteY21" fmla="*/ 1400363 h 1950394"/>
                <a:gd name="connsiteX22" fmla="*/ 1476215 w 1950394"/>
                <a:gd name="connsiteY22" fmla="*/ 1386431 h 1950394"/>
                <a:gd name="connsiteX23" fmla="*/ 1501498 w 1950394"/>
                <a:gd name="connsiteY23" fmla="*/ 1353925 h 1950394"/>
                <a:gd name="connsiteX24" fmla="*/ 1515946 w 1950394"/>
                <a:gd name="connsiteY24" fmla="*/ 1349797 h 1950394"/>
                <a:gd name="connsiteX25" fmla="*/ 1579411 w 1950394"/>
                <a:gd name="connsiteY25" fmla="*/ 1377660 h 1950394"/>
                <a:gd name="connsiteX26" fmla="*/ 1592310 w 1950394"/>
                <a:gd name="connsiteY26" fmla="*/ 1375596 h 1950394"/>
                <a:gd name="connsiteX27" fmla="*/ 1628945 w 1950394"/>
                <a:gd name="connsiteY27" fmla="*/ 1312130 h 1950394"/>
                <a:gd name="connsiteX28" fmla="*/ 1623785 w 1950394"/>
                <a:gd name="connsiteY28" fmla="*/ 1298199 h 1950394"/>
                <a:gd name="connsiteX29" fmla="*/ 1577863 w 1950394"/>
                <a:gd name="connsiteY29" fmla="*/ 1265692 h 1950394"/>
                <a:gd name="connsiteX30" fmla="*/ 1571155 w 1950394"/>
                <a:gd name="connsiteY30" fmla="*/ 1230090 h 1950394"/>
                <a:gd name="connsiteX31" fmla="*/ 1579927 w 1950394"/>
                <a:gd name="connsiteY31" fmla="*/ 1208419 h 1950394"/>
                <a:gd name="connsiteX32" fmla="*/ 1596438 w 1950394"/>
                <a:gd name="connsiteY32" fmla="*/ 1197583 h 1950394"/>
                <a:gd name="connsiteX33" fmla="*/ 1660935 w 1950394"/>
                <a:gd name="connsiteY33" fmla="*/ 1207387 h 1950394"/>
                <a:gd name="connsiteX34" fmla="*/ 1675383 w 1950394"/>
                <a:gd name="connsiteY34" fmla="*/ 1201195 h 1950394"/>
                <a:gd name="connsiteX35" fmla="*/ 1693442 w 1950394"/>
                <a:gd name="connsiteY35" fmla="*/ 1132570 h 1950394"/>
                <a:gd name="connsiteX36" fmla="*/ 1684154 w 1950394"/>
                <a:gd name="connsiteY36" fmla="*/ 1119155 h 1950394"/>
                <a:gd name="connsiteX37" fmla="*/ 1621205 w 1950394"/>
                <a:gd name="connsiteY37" fmla="*/ 1093872 h 1950394"/>
                <a:gd name="connsiteX38" fmla="*/ 1614497 w 1950394"/>
                <a:gd name="connsiteY38" fmla="*/ 1083037 h 1950394"/>
                <a:gd name="connsiteX39" fmla="*/ 1620173 w 1950394"/>
                <a:gd name="connsiteY39" fmla="*/ 1042274 h 1950394"/>
                <a:gd name="connsiteX40" fmla="*/ 1632557 w 1950394"/>
                <a:gd name="connsiteY40" fmla="*/ 1029891 h 1950394"/>
                <a:gd name="connsiteX41" fmla="*/ 1696022 w 1950394"/>
                <a:gd name="connsiteY41" fmla="*/ 1022667 h 1950394"/>
                <a:gd name="connsiteX42" fmla="*/ 1709437 w 1950394"/>
                <a:gd name="connsiteY42" fmla="*/ 1010800 h 1950394"/>
                <a:gd name="connsiteX43" fmla="*/ 1709437 w 1950394"/>
                <a:gd name="connsiteY43" fmla="*/ 943723 h 1950394"/>
                <a:gd name="connsiteX44" fmla="*/ 1694990 w 1950394"/>
                <a:gd name="connsiteY44" fmla="*/ 931339 h 1950394"/>
                <a:gd name="connsiteX45" fmla="*/ 1650616 w 1950394"/>
                <a:gd name="connsiteY45" fmla="*/ 928243 h 1950394"/>
                <a:gd name="connsiteX46" fmla="*/ 1618109 w 1950394"/>
                <a:gd name="connsiteY46" fmla="*/ 892125 h 1950394"/>
                <a:gd name="connsiteX47" fmla="*/ 1615013 w 1950394"/>
                <a:gd name="connsiteY47" fmla="*/ 874582 h 1950394"/>
                <a:gd name="connsiteX48" fmla="*/ 1622753 w 1950394"/>
                <a:gd name="connsiteY48" fmla="*/ 859102 h 1950394"/>
                <a:gd name="connsiteX49" fmla="*/ 1684670 w 1950394"/>
                <a:gd name="connsiteY49" fmla="*/ 834851 h 1950394"/>
                <a:gd name="connsiteX50" fmla="*/ 1693442 w 1950394"/>
                <a:gd name="connsiteY50" fmla="*/ 821952 h 1950394"/>
                <a:gd name="connsiteX51" fmla="*/ 1674867 w 1950394"/>
                <a:gd name="connsiteY51" fmla="*/ 753327 h 1950394"/>
                <a:gd name="connsiteX52" fmla="*/ 1659903 w 1950394"/>
                <a:gd name="connsiteY52" fmla="*/ 746619 h 1950394"/>
                <a:gd name="connsiteX53" fmla="*/ 1594374 w 1950394"/>
                <a:gd name="connsiteY53" fmla="*/ 756423 h 1950394"/>
                <a:gd name="connsiteX54" fmla="*/ 1580443 w 1950394"/>
                <a:gd name="connsiteY54" fmla="*/ 747651 h 1950394"/>
                <a:gd name="connsiteX55" fmla="*/ 1565995 w 1950394"/>
                <a:gd name="connsiteY55" fmla="*/ 713081 h 1950394"/>
                <a:gd name="connsiteX56" fmla="*/ 1570123 w 1950394"/>
                <a:gd name="connsiteY56" fmla="*/ 696054 h 1950394"/>
                <a:gd name="connsiteX57" fmla="*/ 1623269 w 1950394"/>
                <a:gd name="connsiteY57" fmla="*/ 656323 h 1950394"/>
                <a:gd name="connsiteX58" fmla="*/ 1628429 w 1950394"/>
                <a:gd name="connsiteY58" fmla="*/ 641876 h 1950394"/>
                <a:gd name="connsiteX59" fmla="*/ 1592310 w 1950394"/>
                <a:gd name="connsiteY59" fmla="*/ 579443 h 1950394"/>
                <a:gd name="connsiteX60" fmla="*/ 1578379 w 1950394"/>
                <a:gd name="connsiteY60" fmla="*/ 576863 h 1950394"/>
                <a:gd name="connsiteX61" fmla="*/ 1532457 w 1950394"/>
                <a:gd name="connsiteY61" fmla="*/ 599050 h 1950394"/>
                <a:gd name="connsiteX62" fmla="*/ 1490147 w 1950394"/>
                <a:gd name="connsiteY62" fmla="*/ 585118 h 1950394"/>
                <a:gd name="connsiteX63" fmla="*/ 1477247 w 1950394"/>
                <a:gd name="connsiteY63" fmla="*/ 569123 h 1950394"/>
                <a:gd name="connsiteX64" fmla="*/ 1476731 w 1950394"/>
                <a:gd name="connsiteY64" fmla="*/ 552096 h 1950394"/>
                <a:gd name="connsiteX65" fmla="*/ 1518525 w 1950394"/>
                <a:gd name="connsiteY65" fmla="*/ 499982 h 1950394"/>
                <a:gd name="connsiteX66" fmla="*/ 1519557 w 1950394"/>
                <a:gd name="connsiteY66" fmla="*/ 483987 h 1950394"/>
                <a:gd name="connsiteX67" fmla="*/ 1470540 w 1950394"/>
                <a:gd name="connsiteY67" fmla="*/ 434453 h 1950394"/>
                <a:gd name="connsiteX68" fmla="*/ 1452480 w 1950394"/>
                <a:gd name="connsiteY68" fmla="*/ 436001 h 1950394"/>
                <a:gd name="connsiteX69" fmla="*/ 1418942 w 1950394"/>
                <a:gd name="connsiteY69" fmla="*/ 465412 h 1950394"/>
                <a:gd name="connsiteX70" fmla="*/ 1369408 w 1950394"/>
                <a:gd name="connsiteY70" fmla="*/ 463348 h 1950394"/>
                <a:gd name="connsiteX71" fmla="*/ 1354961 w 1950394"/>
                <a:gd name="connsiteY71" fmla="*/ 452512 h 1950394"/>
                <a:gd name="connsiteX72" fmla="*/ 1349801 w 1950394"/>
                <a:gd name="connsiteY72" fmla="*/ 436001 h 1950394"/>
                <a:gd name="connsiteX73" fmla="*/ 1377148 w 1950394"/>
                <a:gd name="connsiteY73" fmla="*/ 374084 h 1950394"/>
                <a:gd name="connsiteX74" fmla="*/ 1374052 w 1950394"/>
                <a:gd name="connsiteY74" fmla="*/ 360152 h 1950394"/>
                <a:gd name="connsiteX75" fmla="*/ 1312651 w 1950394"/>
                <a:gd name="connsiteY75" fmla="*/ 324550 h 1950394"/>
                <a:gd name="connsiteX76" fmla="*/ 1296655 w 1950394"/>
                <a:gd name="connsiteY76" fmla="*/ 329193 h 1950394"/>
                <a:gd name="connsiteX77" fmla="*/ 1256925 w 1950394"/>
                <a:gd name="connsiteY77" fmla="*/ 382855 h 1950394"/>
                <a:gd name="connsiteX78" fmla="*/ 1238866 w 1950394"/>
                <a:gd name="connsiteY78" fmla="*/ 386467 h 1950394"/>
                <a:gd name="connsiteX79" fmla="*/ 1206875 w 1950394"/>
                <a:gd name="connsiteY79" fmla="*/ 373052 h 1950394"/>
                <a:gd name="connsiteX80" fmla="*/ 1196556 w 1950394"/>
                <a:gd name="connsiteY80" fmla="*/ 357572 h 1950394"/>
                <a:gd name="connsiteX81" fmla="*/ 1206359 w 1950394"/>
                <a:gd name="connsiteY81" fmla="*/ 293075 h 1950394"/>
                <a:gd name="connsiteX82" fmla="*/ 1199652 w 1950394"/>
                <a:gd name="connsiteY82" fmla="*/ 278112 h 1950394"/>
                <a:gd name="connsiteX83" fmla="*/ 1131027 w 1950394"/>
                <a:gd name="connsiteY83" fmla="*/ 259537 h 1950394"/>
                <a:gd name="connsiteX84" fmla="*/ 1118127 w 1950394"/>
                <a:gd name="connsiteY84" fmla="*/ 268308 h 1950394"/>
                <a:gd name="connsiteX85" fmla="*/ 1093360 w 1950394"/>
                <a:gd name="connsiteY85" fmla="*/ 331258 h 1950394"/>
                <a:gd name="connsiteX86" fmla="*/ 1079945 w 1950394"/>
                <a:gd name="connsiteY86" fmla="*/ 338481 h 1950394"/>
                <a:gd name="connsiteX87" fmla="*/ 1042794 w 1950394"/>
                <a:gd name="connsiteY87" fmla="*/ 333837 h 1950394"/>
                <a:gd name="connsiteX88" fmla="*/ 1028347 w 1950394"/>
                <a:gd name="connsiteY88" fmla="*/ 320422 h 1950394"/>
                <a:gd name="connsiteX89" fmla="*/ 1021123 w 1950394"/>
                <a:gd name="connsiteY89" fmla="*/ 257989 h 1950394"/>
                <a:gd name="connsiteX90" fmla="*/ 1008740 w 1950394"/>
                <a:gd name="connsiteY90" fmla="*/ 243541 h 1950394"/>
                <a:gd name="connsiteX91" fmla="*/ 941663 w 1950394"/>
                <a:gd name="connsiteY91" fmla="*/ 243541 h 1950394"/>
                <a:gd name="connsiteX92" fmla="*/ 929795 w 1950394"/>
                <a:gd name="connsiteY92" fmla="*/ 256957 h 1950394"/>
                <a:gd name="connsiteX93" fmla="*/ 922572 w 1950394"/>
                <a:gd name="connsiteY93" fmla="*/ 320422 h 1950394"/>
                <a:gd name="connsiteX94" fmla="*/ 909156 w 1950394"/>
                <a:gd name="connsiteY94" fmla="*/ 333321 h 1950394"/>
                <a:gd name="connsiteX95" fmla="*/ 872006 w 1950394"/>
                <a:gd name="connsiteY95" fmla="*/ 337965 h 1950394"/>
                <a:gd name="connsiteX96" fmla="*/ 857559 w 1950394"/>
                <a:gd name="connsiteY96" fmla="*/ 330226 h 1950394"/>
                <a:gd name="connsiteX97" fmla="*/ 833308 w 1950394"/>
                <a:gd name="connsiteY97" fmla="*/ 268308 h 1950394"/>
                <a:gd name="connsiteX98" fmla="*/ 819892 w 1950394"/>
                <a:gd name="connsiteY98" fmla="*/ 259021 h 1950394"/>
                <a:gd name="connsiteX99" fmla="*/ 753847 w 1950394"/>
                <a:gd name="connsiteY99" fmla="*/ 276564 h 1950394"/>
                <a:gd name="connsiteX100" fmla="*/ 745591 w 1950394"/>
                <a:gd name="connsiteY100" fmla="*/ 293075 h 1950394"/>
                <a:gd name="connsiteX101" fmla="*/ 754879 w 1950394"/>
                <a:gd name="connsiteY101" fmla="*/ 339513 h 1950394"/>
                <a:gd name="connsiteX102" fmla="*/ 728564 w 1950394"/>
                <a:gd name="connsiteY102" fmla="*/ 378728 h 1950394"/>
                <a:gd name="connsiteX103" fmla="*/ 712053 w 1950394"/>
                <a:gd name="connsiteY103" fmla="*/ 385951 h 1950394"/>
                <a:gd name="connsiteX104" fmla="*/ 695026 w 1950394"/>
                <a:gd name="connsiteY104" fmla="*/ 382855 h 1950394"/>
                <a:gd name="connsiteX105" fmla="*/ 654779 w 1950394"/>
                <a:gd name="connsiteY105" fmla="*/ 328161 h 1950394"/>
                <a:gd name="connsiteX106" fmla="*/ 641364 w 1950394"/>
                <a:gd name="connsiteY106" fmla="*/ 323002 h 1950394"/>
                <a:gd name="connsiteX107" fmla="*/ 577899 w 1950394"/>
                <a:gd name="connsiteY107" fmla="*/ 359636 h 1950394"/>
                <a:gd name="connsiteX108" fmla="*/ 574803 w 1950394"/>
                <a:gd name="connsiteY108" fmla="*/ 372536 h 1950394"/>
                <a:gd name="connsiteX109" fmla="*/ 602666 w 1950394"/>
                <a:gd name="connsiteY109" fmla="*/ 435485 h 1950394"/>
                <a:gd name="connsiteX110" fmla="*/ 598022 w 1950394"/>
                <a:gd name="connsiteY110" fmla="*/ 450964 h 1950394"/>
                <a:gd name="connsiteX111" fmla="*/ 567579 w 1950394"/>
                <a:gd name="connsiteY111" fmla="*/ 474699 h 1950394"/>
                <a:gd name="connsiteX112" fmla="*/ 550552 w 1950394"/>
                <a:gd name="connsiteY112" fmla="*/ 474699 h 1950394"/>
                <a:gd name="connsiteX113" fmla="*/ 498438 w 1950394"/>
                <a:gd name="connsiteY113" fmla="*/ 432905 h 1950394"/>
                <a:gd name="connsiteX114" fmla="*/ 483475 w 1950394"/>
                <a:gd name="connsiteY114" fmla="*/ 431357 h 1950394"/>
                <a:gd name="connsiteX115" fmla="*/ 432393 w 1950394"/>
                <a:gd name="connsiteY115" fmla="*/ 482439 h 1950394"/>
                <a:gd name="connsiteX116" fmla="*/ 433425 w 1950394"/>
                <a:gd name="connsiteY116" fmla="*/ 497402 h 1950394"/>
                <a:gd name="connsiteX117" fmla="*/ 475735 w 1950394"/>
                <a:gd name="connsiteY117" fmla="*/ 550032 h 1950394"/>
                <a:gd name="connsiteX118" fmla="*/ 475219 w 1950394"/>
                <a:gd name="connsiteY118" fmla="*/ 566027 h 1950394"/>
                <a:gd name="connsiteX119" fmla="*/ 450968 w 1950394"/>
                <a:gd name="connsiteY119" fmla="*/ 597502 h 1950394"/>
                <a:gd name="connsiteX120" fmla="*/ 437553 w 1950394"/>
                <a:gd name="connsiteY120" fmla="*/ 601629 h 1950394"/>
                <a:gd name="connsiteX121" fmla="*/ 373056 w 1950394"/>
                <a:gd name="connsiteY121" fmla="*/ 573251 h 1950394"/>
                <a:gd name="connsiteX122" fmla="*/ 360156 w 1950394"/>
                <a:gd name="connsiteY122" fmla="*/ 575315 h 1950394"/>
                <a:gd name="connsiteX123" fmla="*/ 323522 w 1950394"/>
                <a:gd name="connsiteY123" fmla="*/ 638780 h 1950394"/>
                <a:gd name="connsiteX124" fmla="*/ 328166 w 1950394"/>
                <a:gd name="connsiteY124" fmla="*/ 652711 h 1950394"/>
                <a:gd name="connsiteX125" fmla="*/ 374088 w 1950394"/>
                <a:gd name="connsiteY125" fmla="*/ 685218 h 1950394"/>
                <a:gd name="connsiteX126" fmla="*/ 380795 w 1950394"/>
                <a:gd name="connsiteY126" fmla="*/ 720820 h 1950394"/>
                <a:gd name="connsiteX127" fmla="*/ 372024 w 1950394"/>
                <a:gd name="connsiteY127" fmla="*/ 742492 h 1950394"/>
                <a:gd name="connsiteX128" fmla="*/ 355513 w 1950394"/>
                <a:gd name="connsiteY128" fmla="*/ 753327 h 1950394"/>
                <a:gd name="connsiteX129" fmla="*/ 291015 w 1950394"/>
                <a:gd name="connsiteY129" fmla="*/ 743523 h 1950394"/>
                <a:gd name="connsiteX130" fmla="*/ 276568 w 1950394"/>
                <a:gd name="connsiteY130" fmla="*/ 751263 h 1950394"/>
                <a:gd name="connsiteX131" fmla="*/ 258509 w 1950394"/>
                <a:gd name="connsiteY131" fmla="*/ 818340 h 1950394"/>
                <a:gd name="connsiteX132" fmla="*/ 267796 w 1950394"/>
                <a:gd name="connsiteY132" fmla="*/ 831756 h 1950394"/>
                <a:gd name="connsiteX133" fmla="*/ 330746 w 1950394"/>
                <a:gd name="connsiteY133" fmla="*/ 857038 h 1950394"/>
                <a:gd name="connsiteX134" fmla="*/ 337453 w 1950394"/>
                <a:gd name="connsiteY134" fmla="*/ 869422 h 1950394"/>
                <a:gd name="connsiteX135" fmla="*/ 332810 w 1950394"/>
                <a:gd name="connsiteY135" fmla="*/ 906572 h 1950394"/>
                <a:gd name="connsiteX136" fmla="*/ 318878 w 1950394"/>
                <a:gd name="connsiteY136" fmla="*/ 922052 h 1950394"/>
                <a:gd name="connsiteX137" fmla="*/ 256445 w 1950394"/>
                <a:gd name="connsiteY137" fmla="*/ 929275 h 1950394"/>
                <a:gd name="connsiteX138" fmla="*/ 242514 w 1950394"/>
                <a:gd name="connsiteY138" fmla="*/ 942175 h 1950394"/>
                <a:gd name="connsiteX139" fmla="*/ 242514 w 1950394"/>
                <a:gd name="connsiteY139" fmla="*/ 1006672 h 1950394"/>
                <a:gd name="connsiteX140" fmla="*/ 257993 w 1950394"/>
                <a:gd name="connsiteY140" fmla="*/ 1020603 h 1950394"/>
                <a:gd name="connsiteX141" fmla="*/ 321458 w 1950394"/>
                <a:gd name="connsiteY141" fmla="*/ 1028343 h 1950394"/>
                <a:gd name="connsiteX142" fmla="*/ 331778 w 1950394"/>
                <a:gd name="connsiteY142" fmla="*/ 1039694 h 1950394"/>
                <a:gd name="connsiteX143" fmla="*/ 336937 w 1950394"/>
                <a:gd name="connsiteY143" fmla="*/ 1077877 h 1950394"/>
                <a:gd name="connsiteX144" fmla="*/ 329198 w 1950394"/>
                <a:gd name="connsiteY144" fmla="*/ 1093356 h 1950394"/>
                <a:gd name="connsiteX145" fmla="*/ 265733 w 1950394"/>
                <a:gd name="connsiteY145" fmla="*/ 1117607 h 1950394"/>
                <a:gd name="connsiteX146" fmla="*/ 257993 w 1950394"/>
                <a:gd name="connsiteY146" fmla="*/ 1129990 h 1950394"/>
                <a:gd name="connsiteX147" fmla="*/ 276568 w 1950394"/>
                <a:gd name="connsiteY147" fmla="*/ 1198615 h 1950394"/>
                <a:gd name="connsiteX148" fmla="*/ 291531 w 1950394"/>
                <a:gd name="connsiteY148" fmla="*/ 1205839 h 1950394"/>
                <a:gd name="connsiteX149" fmla="*/ 345709 w 1950394"/>
                <a:gd name="connsiteY149" fmla="*/ 1196035 h 1950394"/>
                <a:gd name="connsiteX150" fmla="*/ 375636 w 1950394"/>
                <a:gd name="connsiteY150" fmla="*/ 1216675 h 1950394"/>
                <a:gd name="connsiteX151" fmla="*/ 384407 w 1950394"/>
                <a:gd name="connsiteY151" fmla="*/ 1236798 h 1950394"/>
                <a:gd name="connsiteX152" fmla="*/ 379764 w 1950394"/>
                <a:gd name="connsiteY152" fmla="*/ 1257953 h 1950394"/>
                <a:gd name="connsiteX153" fmla="*/ 327134 w 1950394"/>
                <a:gd name="connsiteY153" fmla="*/ 1296651 h 1950394"/>
                <a:gd name="connsiteX154" fmla="*/ 322490 w 1950394"/>
                <a:gd name="connsiteY154" fmla="*/ 1310583 h 1950394"/>
                <a:gd name="connsiteX155" fmla="*/ 359124 w 1950394"/>
                <a:gd name="connsiteY155" fmla="*/ 1374048 h 1950394"/>
                <a:gd name="connsiteX156" fmla="*/ 370992 w 1950394"/>
                <a:gd name="connsiteY156" fmla="*/ 1376628 h 1950394"/>
                <a:gd name="connsiteX157" fmla="*/ 433941 w 1950394"/>
                <a:gd name="connsiteY157" fmla="*/ 1348765 h 1950394"/>
                <a:gd name="connsiteX158" fmla="*/ 450452 w 1950394"/>
                <a:gd name="connsiteY158" fmla="*/ 1353925 h 1950394"/>
                <a:gd name="connsiteX159" fmla="*/ 474187 w 1950394"/>
                <a:gd name="connsiteY159" fmla="*/ 1384367 h 1950394"/>
                <a:gd name="connsiteX160" fmla="*/ 475219 w 1950394"/>
                <a:gd name="connsiteY160" fmla="*/ 1399331 h 1950394"/>
                <a:gd name="connsiteX161" fmla="*/ 432909 w 1950394"/>
                <a:gd name="connsiteY161" fmla="*/ 1452476 h 1950394"/>
                <a:gd name="connsiteX162" fmla="*/ 431877 w 1950394"/>
                <a:gd name="connsiteY162" fmla="*/ 1468471 h 1950394"/>
                <a:gd name="connsiteX163" fmla="*/ 481927 w 1950394"/>
                <a:gd name="connsiteY163" fmla="*/ 1518521 h 1950394"/>
                <a:gd name="connsiteX164" fmla="*/ 497922 w 1950394"/>
                <a:gd name="connsiteY164" fmla="*/ 1517489 h 1950394"/>
                <a:gd name="connsiteX165" fmla="*/ 550036 w 1950394"/>
                <a:gd name="connsiteY165" fmla="*/ 1475695 h 1950394"/>
                <a:gd name="connsiteX166" fmla="*/ 567063 w 1950394"/>
                <a:gd name="connsiteY166" fmla="*/ 1476211 h 1950394"/>
                <a:gd name="connsiteX167" fmla="*/ 596474 w 1950394"/>
                <a:gd name="connsiteY167" fmla="*/ 1498914 h 1950394"/>
                <a:gd name="connsiteX168" fmla="*/ 601634 w 1950394"/>
                <a:gd name="connsiteY168" fmla="*/ 1515426 h 1950394"/>
                <a:gd name="connsiteX169" fmla="*/ 574287 w 1950394"/>
                <a:gd name="connsiteY169" fmla="*/ 1577343 h 1950394"/>
                <a:gd name="connsiteX170" fmla="*/ 576867 w 1950394"/>
                <a:gd name="connsiteY170" fmla="*/ 1591274 h 1950394"/>
                <a:gd name="connsiteX171" fmla="*/ 639300 w 1950394"/>
                <a:gd name="connsiteY171" fmla="*/ 1627393 h 1950394"/>
                <a:gd name="connsiteX172" fmla="*/ 653747 w 1950394"/>
                <a:gd name="connsiteY172" fmla="*/ 1622233 h 1950394"/>
                <a:gd name="connsiteX173" fmla="*/ 693478 w 1950394"/>
                <a:gd name="connsiteY173" fmla="*/ 1568571 h 1950394"/>
                <a:gd name="connsiteX174" fmla="*/ 711537 w 1950394"/>
                <a:gd name="connsiteY174" fmla="*/ 1564959 h 1950394"/>
                <a:gd name="connsiteX175" fmla="*/ 743528 w 1950394"/>
                <a:gd name="connsiteY175" fmla="*/ 1578375 h 1950394"/>
                <a:gd name="connsiteX176" fmla="*/ 753847 w 1950394"/>
                <a:gd name="connsiteY176" fmla="*/ 1593854 h 1950394"/>
                <a:gd name="connsiteX177" fmla="*/ 744044 w 1950394"/>
                <a:gd name="connsiteY177" fmla="*/ 1658351 h 1950394"/>
                <a:gd name="connsiteX178" fmla="*/ 752299 w 1950394"/>
                <a:gd name="connsiteY178" fmla="*/ 1673831 h 1950394"/>
                <a:gd name="connsiteX179" fmla="*/ 818344 w 1950394"/>
                <a:gd name="connsiteY179" fmla="*/ 1691374 h 1950394"/>
                <a:gd name="connsiteX180" fmla="*/ 832276 w 1950394"/>
                <a:gd name="connsiteY180" fmla="*/ 1682602 h 1950394"/>
                <a:gd name="connsiteX181" fmla="*/ 857043 w 1950394"/>
                <a:gd name="connsiteY181" fmla="*/ 1619653 h 1950394"/>
                <a:gd name="connsiteX182" fmla="*/ 868910 w 1950394"/>
                <a:gd name="connsiteY182" fmla="*/ 1612429 h 1950394"/>
                <a:gd name="connsiteX183" fmla="*/ 908640 w 1950394"/>
                <a:gd name="connsiteY183" fmla="*/ 1617589 h 1950394"/>
                <a:gd name="connsiteX184" fmla="*/ 922056 w 1950394"/>
                <a:gd name="connsiteY184" fmla="*/ 1630488 h 1950394"/>
                <a:gd name="connsiteX185" fmla="*/ 929279 w 1950394"/>
                <a:gd name="connsiteY185" fmla="*/ 1692922 h 1950394"/>
                <a:gd name="connsiteX186" fmla="*/ 942695 w 1950394"/>
                <a:gd name="connsiteY186" fmla="*/ 1707369 h 1950394"/>
                <a:gd name="connsiteX187" fmla="*/ 1007192 w 1950394"/>
                <a:gd name="connsiteY187" fmla="*/ 1707369 h 1950394"/>
                <a:gd name="connsiteX188" fmla="*/ 1020607 w 1950394"/>
                <a:gd name="connsiteY188" fmla="*/ 1692406 h 1950394"/>
                <a:gd name="connsiteX189" fmla="*/ 1028347 w 1950394"/>
                <a:gd name="connsiteY189" fmla="*/ 1628941 h 1950394"/>
                <a:gd name="connsiteX190" fmla="*/ 1040215 w 1950394"/>
                <a:gd name="connsiteY190" fmla="*/ 1617589 h 1950394"/>
                <a:gd name="connsiteX191" fmla="*/ 1078397 w 1950394"/>
                <a:gd name="connsiteY191" fmla="*/ 1612429 h 1950394"/>
                <a:gd name="connsiteX192" fmla="*/ 1092844 w 1950394"/>
                <a:gd name="connsiteY192" fmla="*/ 1619653 h 1950394"/>
                <a:gd name="connsiteX193" fmla="*/ 1117095 w 1950394"/>
                <a:gd name="connsiteY193" fmla="*/ 1681570 h 1950394"/>
                <a:gd name="connsiteX194" fmla="*/ 1130511 w 1950394"/>
                <a:gd name="connsiteY194" fmla="*/ 1690858 h 1950394"/>
                <a:gd name="connsiteX195" fmla="*/ 1196556 w 1950394"/>
                <a:gd name="connsiteY195" fmla="*/ 1673315 h 1950394"/>
                <a:gd name="connsiteX196" fmla="*/ 1204811 w 1950394"/>
                <a:gd name="connsiteY196" fmla="*/ 1656803 h 1950394"/>
                <a:gd name="connsiteX197" fmla="*/ 1198104 w 1950394"/>
                <a:gd name="connsiteY197" fmla="*/ 1613977 h 1950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50394" h="1950394">
                  <a:moveTo>
                    <a:pt x="977265" y="1954006"/>
                  </a:moveTo>
                  <a:cubicBezTo>
                    <a:pt x="444261" y="1950394"/>
                    <a:pt x="1552" y="1529873"/>
                    <a:pt x="4" y="977261"/>
                  </a:cubicBezTo>
                  <a:cubicBezTo>
                    <a:pt x="-1544" y="439613"/>
                    <a:pt x="427749" y="0"/>
                    <a:pt x="976749" y="0"/>
                  </a:cubicBezTo>
                  <a:cubicBezTo>
                    <a:pt x="1519041" y="0"/>
                    <a:pt x="1952978" y="432905"/>
                    <a:pt x="1953494" y="976229"/>
                  </a:cubicBezTo>
                  <a:cubicBezTo>
                    <a:pt x="1953494" y="1512846"/>
                    <a:pt x="1525749" y="1948330"/>
                    <a:pt x="977265" y="1954006"/>
                  </a:cubicBezTo>
                  <a:close/>
                  <a:moveTo>
                    <a:pt x="1198104" y="1613977"/>
                  </a:moveTo>
                  <a:cubicBezTo>
                    <a:pt x="1198104" y="1578891"/>
                    <a:pt x="1194492" y="1586630"/>
                    <a:pt x="1221839" y="1574763"/>
                  </a:cubicBezTo>
                  <a:cubicBezTo>
                    <a:pt x="1228030" y="1572183"/>
                    <a:pt x="1234738" y="1569603"/>
                    <a:pt x="1240930" y="1566507"/>
                  </a:cubicBezTo>
                  <a:cubicBezTo>
                    <a:pt x="1247637" y="1562896"/>
                    <a:pt x="1252797" y="1563927"/>
                    <a:pt x="1257957" y="1569603"/>
                  </a:cubicBezTo>
                  <a:cubicBezTo>
                    <a:pt x="1272920" y="1586630"/>
                    <a:pt x="1290464" y="1602110"/>
                    <a:pt x="1298203" y="1624297"/>
                  </a:cubicBezTo>
                  <a:cubicBezTo>
                    <a:pt x="1300783" y="1631520"/>
                    <a:pt x="1304395" y="1633068"/>
                    <a:pt x="1311619" y="1629456"/>
                  </a:cubicBezTo>
                  <a:cubicBezTo>
                    <a:pt x="1333290" y="1618105"/>
                    <a:pt x="1354445" y="1605722"/>
                    <a:pt x="1375084" y="1592822"/>
                  </a:cubicBezTo>
                  <a:cubicBezTo>
                    <a:pt x="1382824" y="1588178"/>
                    <a:pt x="1381791" y="1584051"/>
                    <a:pt x="1377148" y="1578891"/>
                  </a:cubicBezTo>
                  <a:cubicBezTo>
                    <a:pt x="1361152" y="1560832"/>
                    <a:pt x="1356509" y="1537613"/>
                    <a:pt x="1349285" y="1515426"/>
                  </a:cubicBezTo>
                  <a:cubicBezTo>
                    <a:pt x="1347221" y="1509750"/>
                    <a:pt x="1348253" y="1505622"/>
                    <a:pt x="1353413" y="1502010"/>
                  </a:cubicBezTo>
                  <a:cubicBezTo>
                    <a:pt x="1364248" y="1493754"/>
                    <a:pt x="1375600" y="1485499"/>
                    <a:pt x="1385919" y="1476727"/>
                  </a:cubicBezTo>
                  <a:cubicBezTo>
                    <a:pt x="1391079" y="1472600"/>
                    <a:pt x="1395723" y="1473115"/>
                    <a:pt x="1400883" y="1476727"/>
                  </a:cubicBezTo>
                  <a:cubicBezTo>
                    <a:pt x="1419458" y="1489111"/>
                    <a:pt x="1440097" y="1498914"/>
                    <a:pt x="1452996" y="1518005"/>
                  </a:cubicBezTo>
                  <a:cubicBezTo>
                    <a:pt x="1457640" y="1525229"/>
                    <a:pt x="1463316" y="1525745"/>
                    <a:pt x="1470024" y="1519553"/>
                  </a:cubicBezTo>
                  <a:cubicBezTo>
                    <a:pt x="1487051" y="1503558"/>
                    <a:pt x="1503562" y="1487047"/>
                    <a:pt x="1519041" y="1470535"/>
                  </a:cubicBezTo>
                  <a:cubicBezTo>
                    <a:pt x="1525233" y="1464344"/>
                    <a:pt x="1525749" y="1458668"/>
                    <a:pt x="1518010" y="1453508"/>
                  </a:cubicBezTo>
                  <a:cubicBezTo>
                    <a:pt x="1498402" y="1440093"/>
                    <a:pt x="1488599" y="1418938"/>
                    <a:pt x="1475699" y="1400363"/>
                  </a:cubicBezTo>
                  <a:cubicBezTo>
                    <a:pt x="1472088" y="1395203"/>
                    <a:pt x="1472088" y="1391075"/>
                    <a:pt x="1476215" y="1386431"/>
                  </a:cubicBezTo>
                  <a:cubicBezTo>
                    <a:pt x="1484987" y="1375596"/>
                    <a:pt x="1493243" y="1364760"/>
                    <a:pt x="1501498" y="1353925"/>
                  </a:cubicBezTo>
                  <a:cubicBezTo>
                    <a:pt x="1505626" y="1348249"/>
                    <a:pt x="1510270" y="1348249"/>
                    <a:pt x="1515946" y="1349797"/>
                  </a:cubicBezTo>
                  <a:cubicBezTo>
                    <a:pt x="1538133" y="1357020"/>
                    <a:pt x="1560836" y="1362180"/>
                    <a:pt x="1579411" y="1377660"/>
                  </a:cubicBezTo>
                  <a:cubicBezTo>
                    <a:pt x="1584571" y="1382303"/>
                    <a:pt x="1588182" y="1382303"/>
                    <a:pt x="1592310" y="1375596"/>
                  </a:cubicBezTo>
                  <a:cubicBezTo>
                    <a:pt x="1605210" y="1354441"/>
                    <a:pt x="1617593" y="1333801"/>
                    <a:pt x="1628945" y="1312130"/>
                  </a:cubicBezTo>
                  <a:cubicBezTo>
                    <a:pt x="1632557" y="1304907"/>
                    <a:pt x="1631009" y="1300779"/>
                    <a:pt x="1623785" y="1298199"/>
                  </a:cubicBezTo>
                  <a:cubicBezTo>
                    <a:pt x="1605726" y="1291491"/>
                    <a:pt x="1591794" y="1278592"/>
                    <a:pt x="1577863" y="1265692"/>
                  </a:cubicBezTo>
                  <a:cubicBezTo>
                    <a:pt x="1560320" y="1248665"/>
                    <a:pt x="1560836" y="1253309"/>
                    <a:pt x="1571155" y="1230090"/>
                  </a:cubicBezTo>
                  <a:cubicBezTo>
                    <a:pt x="1574251" y="1222866"/>
                    <a:pt x="1577347" y="1215643"/>
                    <a:pt x="1579927" y="1208419"/>
                  </a:cubicBezTo>
                  <a:cubicBezTo>
                    <a:pt x="1582507" y="1200163"/>
                    <a:pt x="1587667" y="1197583"/>
                    <a:pt x="1596438" y="1197583"/>
                  </a:cubicBezTo>
                  <a:cubicBezTo>
                    <a:pt x="1618625" y="1198100"/>
                    <a:pt x="1640296" y="1197583"/>
                    <a:pt x="1660935" y="1207387"/>
                  </a:cubicBezTo>
                  <a:cubicBezTo>
                    <a:pt x="1668159" y="1210483"/>
                    <a:pt x="1672287" y="1209967"/>
                    <a:pt x="1675383" y="1201195"/>
                  </a:cubicBezTo>
                  <a:cubicBezTo>
                    <a:pt x="1682090" y="1178492"/>
                    <a:pt x="1688282" y="1155789"/>
                    <a:pt x="1693442" y="1132570"/>
                  </a:cubicBezTo>
                  <a:cubicBezTo>
                    <a:pt x="1695506" y="1123283"/>
                    <a:pt x="1692926" y="1119671"/>
                    <a:pt x="1684154" y="1119155"/>
                  </a:cubicBezTo>
                  <a:cubicBezTo>
                    <a:pt x="1660935" y="1117091"/>
                    <a:pt x="1641328" y="1104192"/>
                    <a:pt x="1621205" y="1093872"/>
                  </a:cubicBezTo>
                  <a:cubicBezTo>
                    <a:pt x="1616561" y="1091808"/>
                    <a:pt x="1613465" y="1088712"/>
                    <a:pt x="1614497" y="1083037"/>
                  </a:cubicBezTo>
                  <a:cubicBezTo>
                    <a:pt x="1616561" y="1069621"/>
                    <a:pt x="1618625" y="1055690"/>
                    <a:pt x="1620173" y="1042274"/>
                  </a:cubicBezTo>
                  <a:cubicBezTo>
                    <a:pt x="1621205" y="1034535"/>
                    <a:pt x="1625333" y="1031439"/>
                    <a:pt x="1632557" y="1029891"/>
                  </a:cubicBezTo>
                  <a:cubicBezTo>
                    <a:pt x="1653712" y="1025763"/>
                    <a:pt x="1673835" y="1018539"/>
                    <a:pt x="1696022" y="1022667"/>
                  </a:cubicBezTo>
                  <a:cubicBezTo>
                    <a:pt x="1704793" y="1024215"/>
                    <a:pt x="1708921" y="1020603"/>
                    <a:pt x="1709437" y="1010800"/>
                  </a:cubicBezTo>
                  <a:cubicBezTo>
                    <a:pt x="1710469" y="988612"/>
                    <a:pt x="1710985" y="966426"/>
                    <a:pt x="1709437" y="943723"/>
                  </a:cubicBezTo>
                  <a:cubicBezTo>
                    <a:pt x="1708921" y="933403"/>
                    <a:pt x="1704793" y="929791"/>
                    <a:pt x="1694990" y="931339"/>
                  </a:cubicBezTo>
                  <a:cubicBezTo>
                    <a:pt x="1680026" y="933919"/>
                    <a:pt x="1665063" y="931855"/>
                    <a:pt x="1650616" y="928243"/>
                  </a:cubicBezTo>
                  <a:cubicBezTo>
                    <a:pt x="1619141" y="919988"/>
                    <a:pt x="1621205" y="928243"/>
                    <a:pt x="1618109" y="892125"/>
                  </a:cubicBezTo>
                  <a:cubicBezTo>
                    <a:pt x="1617593" y="885933"/>
                    <a:pt x="1616561" y="880257"/>
                    <a:pt x="1615013" y="874582"/>
                  </a:cubicBezTo>
                  <a:cubicBezTo>
                    <a:pt x="1612949" y="866842"/>
                    <a:pt x="1616561" y="862714"/>
                    <a:pt x="1622753" y="859102"/>
                  </a:cubicBezTo>
                  <a:cubicBezTo>
                    <a:pt x="1642876" y="849299"/>
                    <a:pt x="1661967" y="836915"/>
                    <a:pt x="1684670" y="834851"/>
                  </a:cubicBezTo>
                  <a:cubicBezTo>
                    <a:pt x="1692410" y="834335"/>
                    <a:pt x="1696022" y="830724"/>
                    <a:pt x="1693442" y="821952"/>
                  </a:cubicBezTo>
                  <a:cubicBezTo>
                    <a:pt x="1687766" y="799249"/>
                    <a:pt x="1682090" y="776030"/>
                    <a:pt x="1674867" y="753327"/>
                  </a:cubicBezTo>
                  <a:cubicBezTo>
                    <a:pt x="1671771" y="744039"/>
                    <a:pt x="1667643" y="743007"/>
                    <a:pt x="1659903" y="746619"/>
                  </a:cubicBezTo>
                  <a:cubicBezTo>
                    <a:pt x="1638748" y="756423"/>
                    <a:pt x="1616561" y="755907"/>
                    <a:pt x="1594374" y="756423"/>
                  </a:cubicBezTo>
                  <a:cubicBezTo>
                    <a:pt x="1587667" y="756423"/>
                    <a:pt x="1583023" y="754359"/>
                    <a:pt x="1580443" y="747651"/>
                  </a:cubicBezTo>
                  <a:cubicBezTo>
                    <a:pt x="1575799" y="735784"/>
                    <a:pt x="1571155" y="724432"/>
                    <a:pt x="1565995" y="713081"/>
                  </a:cubicBezTo>
                  <a:cubicBezTo>
                    <a:pt x="1562900" y="705857"/>
                    <a:pt x="1564448" y="701213"/>
                    <a:pt x="1570123" y="696054"/>
                  </a:cubicBezTo>
                  <a:cubicBezTo>
                    <a:pt x="1586635" y="681090"/>
                    <a:pt x="1602114" y="664579"/>
                    <a:pt x="1623269" y="656323"/>
                  </a:cubicBezTo>
                  <a:cubicBezTo>
                    <a:pt x="1631009" y="653227"/>
                    <a:pt x="1632557" y="649616"/>
                    <a:pt x="1628429" y="641876"/>
                  </a:cubicBezTo>
                  <a:cubicBezTo>
                    <a:pt x="1617077" y="620721"/>
                    <a:pt x="1605210" y="599566"/>
                    <a:pt x="1592310" y="579443"/>
                  </a:cubicBezTo>
                  <a:cubicBezTo>
                    <a:pt x="1587667" y="572219"/>
                    <a:pt x="1584055" y="572219"/>
                    <a:pt x="1578379" y="576863"/>
                  </a:cubicBezTo>
                  <a:cubicBezTo>
                    <a:pt x="1564963" y="587698"/>
                    <a:pt x="1548968" y="594406"/>
                    <a:pt x="1532457" y="599050"/>
                  </a:cubicBezTo>
                  <a:cubicBezTo>
                    <a:pt x="1499950" y="607821"/>
                    <a:pt x="1510270" y="610917"/>
                    <a:pt x="1490147" y="585118"/>
                  </a:cubicBezTo>
                  <a:cubicBezTo>
                    <a:pt x="1486019" y="579443"/>
                    <a:pt x="1481891" y="574283"/>
                    <a:pt x="1477247" y="569123"/>
                  </a:cubicBezTo>
                  <a:cubicBezTo>
                    <a:pt x="1472088" y="563447"/>
                    <a:pt x="1472088" y="558288"/>
                    <a:pt x="1476731" y="552096"/>
                  </a:cubicBezTo>
                  <a:cubicBezTo>
                    <a:pt x="1489115" y="533521"/>
                    <a:pt x="1498918" y="513397"/>
                    <a:pt x="1518525" y="499982"/>
                  </a:cubicBezTo>
                  <a:cubicBezTo>
                    <a:pt x="1525233" y="495338"/>
                    <a:pt x="1525233" y="490178"/>
                    <a:pt x="1519557" y="483987"/>
                  </a:cubicBezTo>
                  <a:cubicBezTo>
                    <a:pt x="1503562" y="466960"/>
                    <a:pt x="1487051" y="450448"/>
                    <a:pt x="1470540" y="434453"/>
                  </a:cubicBezTo>
                  <a:cubicBezTo>
                    <a:pt x="1463316" y="427745"/>
                    <a:pt x="1458156" y="428261"/>
                    <a:pt x="1452480" y="436001"/>
                  </a:cubicBezTo>
                  <a:cubicBezTo>
                    <a:pt x="1443709" y="448384"/>
                    <a:pt x="1431841" y="457672"/>
                    <a:pt x="1418942" y="465412"/>
                  </a:cubicBezTo>
                  <a:cubicBezTo>
                    <a:pt x="1393143" y="481407"/>
                    <a:pt x="1393143" y="481407"/>
                    <a:pt x="1369408" y="463348"/>
                  </a:cubicBezTo>
                  <a:cubicBezTo>
                    <a:pt x="1364764" y="459736"/>
                    <a:pt x="1360121" y="455608"/>
                    <a:pt x="1354961" y="452512"/>
                  </a:cubicBezTo>
                  <a:cubicBezTo>
                    <a:pt x="1348253" y="448384"/>
                    <a:pt x="1347221" y="443225"/>
                    <a:pt x="1349801" y="436001"/>
                  </a:cubicBezTo>
                  <a:cubicBezTo>
                    <a:pt x="1357025" y="414330"/>
                    <a:pt x="1361668" y="391627"/>
                    <a:pt x="1377148" y="374084"/>
                  </a:cubicBezTo>
                  <a:cubicBezTo>
                    <a:pt x="1382307" y="368408"/>
                    <a:pt x="1381276" y="364280"/>
                    <a:pt x="1374052" y="360152"/>
                  </a:cubicBezTo>
                  <a:cubicBezTo>
                    <a:pt x="1353929" y="347769"/>
                    <a:pt x="1333806" y="335385"/>
                    <a:pt x="1312651" y="324550"/>
                  </a:cubicBezTo>
                  <a:cubicBezTo>
                    <a:pt x="1304911" y="320422"/>
                    <a:pt x="1299751" y="320422"/>
                    <a:pt x="1296655" y="329193"/>
                  </a:cubicBezTo>
                  <a:cubicBezTo>
                    <a:pt x="1288916" y="350865"/>
                    <a:pt x="1271888" y="365828"/>
                    <a:pt x="1256925" y="382855"/>
                  </a:cubicBezTo>
                  <a:cubicBezTo>
                    <a:pt x="1251249" y="389047"/>
                    <a:pt x="1246090" y="389563"/>
                    <a:pt x="1238866" y="386467"/>
                  </a:cubicBezTo>
                  <a:cubicBezTo>
                    <a:pt x="1228546" y="381307"/>
                    <a:pt x="1217711" y="377179"/>
                    <a:pt x="1206875" y="373052"/>
                  </a:cubicBezTo>
                  <a:cubicBezTo>
                    <a:pt x="1199136" y="370472"/>
                    <a:pt x="1196556" y="365312"/>
                    <a:pt x="1196556" y="357572"/>
                  </a:cubicBezTo>
                  <a:cubicBezTo>
                    <a:pt x="1197072" y="335385"/>
                    <a:pt x="1196556" y="313714"/>
                    <a:pt x="1206359" y="293075"/>
                  </a:cubicBezTo>
                  <a:cubicBezTo>
                    <a:pt x="1209971" y="285335"/>
                    <a:pt x="1208939" y="280692"/>
                    <a:pt x="1199652" y="278112"/>
                  </a:cubicBezTo>
                  <a:cubicBezTo>
                    <a:pt x="1176949" y="271404"/>
                    <a:pt x="1154246" y="265212"/>
                    <a:pt x="1131027" y="259537"/>
                  </a:cubicBezTo>
                  <a:cubicBezTo>
                    <a:pt x="1122255" y="257473"/>
                    <a:pt x="1119159" y="260569"/>
                    <a:pt x="1118127" y="268308"/>
                  </a:cubicBezTo>
                  <a:cubicBezTo>
                    <a:pt x="1116063" y="291527"/>
                    <a:pt x="1103164" y="311134"/>
                    <a:pt x="1093360" y="331258"/>
                  </a:cubicBezTo>
                  <a:cubicBezTo>
                    <a:pt x="1090780" y="336933"/>
                    <a:pt x="1086653" y="339513"/>
                    <a:pt x="1079945" y="338481"/>
                  </a:cubicBezTo>
                  <a:cubicBezTo>
                    <a:pt x="1067561" y="336417"/>
                    <a:pt x="1055178" y="334869"/>
                    <a:pt x="1042794" y="333837"/>
                  </a:cubicBezTo>
                  <a:cubicBezTo>
                    <a:pt x="1034539" y="332805"/>
                    <a:pt x="1029895" y="329193"/>
                    <a:pt x="1028347" y="320422"/>
                  </a:cubicBezTo>
                  <a:cubicBezTo>
                    <a:pt x="1024735" y="299783"/>
                    <a:pt x="1016996" y="279660"/>
                    <a:pt x="1021123" y="257989"/>
                  </a:cubicBezTo>
                  <a:cubicBezTo>
                    <a:pt x="1022671" y="248701"/>
                    <a:pt x="1019059" y="244057"/>
                    <a:pt x="1008740" y="243541"/>
                  </a:cubicBezTo>
                  <a:cubicBezTo>
                    <a:pt x="986553" y="242509"/>
                    <a:pt x="964366" y="242509"/>
                    <a:pt x="941663" y="243541"/>
                  </a:cubicBezTo>
                  <a:cubicBezTo>
                    <a:pt x="931859" y="244057"/>
                    <a:pt x="928247" y="248185"/>
                    <a:pt x="929795" y="256957"/>
                  </a:cubicBezTo>
                  <a:cubicBezTo>
                    <a:pt x="933923" y="279144"/>
                    <a:pt x="926184" y="299267"/>
                    <a:pt x="922572" y="320422"/>
                  </a:cubicBezTo>
                  <a:cubicBezTo>
                    <a:pt x="921024" y="328678"/>
                    <a:pt x="916896" y="332290"/>
                    <a:pt x="909156" y="333321"/>
                  </a:cubicBezTo>
                  <a:cubicBezTo>
                    <a:pt x="896773" y="334869"/>
                    <a:pt x="884389" y="335901"/>
                    <a:pt x="872006" y="337965"/>
                  </a:cubicBezTo>
                  <a:cubicBezTo>
                    <a:pt x="864782" y="339513"/>
                    <a:pt x="860654" y="336933"/>
                    <a:pt x="857559" y="330226"/>
                  </a:cubicBezTo>
                  <a:cubicBezTo>
                    <a:pt x="847755" y="310102"/>
                    <a:pt x="835371" y="291527"/>
                    <a:pt x="833308" y="268308"/>
                  </a:cubicBezTo>
                  <a:cubicBezTo>
                    <a:pt x="832276" y="259537"/>
                    <a:pt x="828664" y="256957"/>
                    <a:pt x="819892" y="259021"/>
                  </a:cubicBezTo>
                  <a:cubicBezTo>
                    <a:pt x="797705" y="264180"/>
                    <a:pt x="775518" y="269856"/>
                    <a:pt x="753847" y="276564"/>
                  </a:cubicBezTo>
                  <a:cubicBezTo>
                    <a:pt x="744044" y="279660"/>
                    <a:pt x="740948" y="283272"/>
                    <a:pt x="745591" y="293075"/>
                  </a:cubicBezTo>
                  <a:cubicBezTo>
                    <a:pt x="751783" y="308039"/>
                    <a:pt x="754879" y="323518"/>
                    <a:pt x="754879" y="339513"/>
                  </a:cubicBezTo>
                  <a:cubicBezTo>
                    <a:pt x="754879" y="367892"/>
                    <a:pt x="755395" y="367892"/>
                    <a:pt x="728564" y="378728"/>
                  </a:cubicBezTo>
                  <a:cubicBezTo>
                    <a:pt x="722888" y="380791"/>
                    <a:pt x="717213" y="383371"/>
                    <a:pt x="712053" y="385951"/>
                  </a:cubicBezTo>
                  <a:cubicBezTo>
                    <a:pt x="705345" y="389563"/>
                    <a:pt x="700185" y="388531"/>
                    <a:pt x="695026" y="382855"/>
                  </a:cubicBezTo>
                  <a:cubicBezTo>
                    <a:pt x="679546" y="365828"/>
                    <a:pt x="662519" y="350349"/>
                    <a:pt x="654779" y="328161"/>
                  </a:cubicBezTo>
                  <a:cubicBezTo>
                    <a:pt x="652200" y="320938"/>
                    <a:pt x="648588" y="319390"/>
                    <a:pt x="641364" y="323002"/>
                  </a:cubicBezTo>
                  <a:cubicBezTo>
                    <a:pt x="619693" y="334353"/>
                    <a:pt x="598538" y="346737"/>
                    <a:pt x="577899" y="359636"/>
                  </a:cubicBezTo>
                  <a:cubicBezTo>
                    <a:pt x="571707" y="363248"/>
                    <a:pt x="570159" y="366860"/>
                    <a:pt x="574803" y="372536"/>
                  </a:cubicBezTo>
                  <a:cubicBezTo>
                    <a:pt x="590798" y="390595"/>
                    <a:pt x="595958" y="413298"/>
                    <a:pt x="602666" y="435485"/>
                  </a:cubicBezTo>
                  <a:cubicBezTo>
                    <a:pt x="604730" y="442193"/>
                    <a:pt x="604214" y="446836"/>
                    <a:pt x="598022" y="450964"/>
                  </a:cubicBezTo>
                  <a:cubicBezTo>
                    <a:pt x="587702" y="458188"/>
                    <a:pt x="577383" y="466444"/>
                    <a:pt x="567579" y="474699"/>
                  </a:cubicBezTo>
                  <a:cubicBezTo>
                    <a:pt x="561388" y="479859"/>
                    <a:pt x="556744" y="478827"/>
                    <a:pt x="550552" y="474699"/>
                  </a:cubicBezTo>
                  <a:cubicBezTo>
                    <a:pt x="531977" y="462316"/>
                    <a:pt x="511854" y="451996"/>
                    <a:pt x="498438" y="432905"/>
                  </a:cubicBezTo>
                  <a:cubicBezTo>
                    <a:pt x="494310" y="426713"/>
                    <a:pt x="489151" y="426197"/>
                    <a:pt x="483475" y="431357"/>
                  </a:cubicBezTo>
                  <a:cubicBezTo>
                    <a:pt x="465932" y="447352"/>
                    <a:pt x="448904" y="464895"/>
                    <a:pt x="432393" y="482439"/>
                  </a:cubicBezTo>
                  <a:cubicBezTo>
                    <a:pt x="427233" y="488114"/>
                    <a:pt x="426717" y="493274"/>
                    <a:pt x="433425" y="497402"/>
                  </a:cubicBezTo>
                  <a:cubicBezTo>
                    <a:pt x="453032" y="510818"/>
                    <a:pt x="462836" y="531457"/>
                    <a:pt x="475735" y="550032"/>
                  </a:cubicBezTo>
                  <a:cubicBezTo>
                    <a:pt x="479863" y="555708"/>
                    <a:pt x="479863" y="560867"/>
                    <a:pt x="475219" y="566027"/>
                  </a:cubicBezTo>
                  <a:cubicBezTo>
                    <a:pt x="466964" y="576347"/>
                    <a:pt x="458708" y="587182"/>
                    <a:pt x="450968" y="597502"/>
                  </a:cubicBezTo>
                  <a:cubicBezTo>
                    <a:pt x="447357" y="602146"/>
                    <a:pt x="443745" y="603694"/>
                    <a:pt x="437553" y="601629"/>
                  </a:cubicBezTo>
                  <a:cubicBezTo>
                    <a:pt x="414850" y="594406"/>
                    <a:pt x="391631" y="589246"/>
                    <a:pt x="373056" y="573251"/>
                  </a:cubicBezTo>
                  <a:cubicBezTo>
                    <a:pt x="367896" y="568607"/>
                    <a:pt x="363768" y="568607"/>
                    <a:pt x="360156" y="575315"/>
                  </a:cubicBezTo>
                  <a:cubicBezTo>
                    <a:pt x="347257" y="596470"/>
                    <a:pt x="334358" y="617109"/>
                    <a:pt x="323522" y="638780"/>
                  </a:cubicBezTo>
                  <a:cubicBezTo>
                    <a:pt x="319910" y="646004"/>
                    <a:pt x="320942" y="650131"/>
                    <a:pt x="328166" y="652711"/>
                  </a:cubicBezTo>
                  <a:cubicBezTo>
                    <a:pt x="346225" y="659419"/>
                    <a:pt x="360672" y="672318"/>
                    <a:pt x="374088" y="685218"/>
                  </a:cubicBezTo>
                  <a:cubicBezTo>
                    <a:pt x="392147" y="702245"/>
                    <a:pt x="391115" y="698117"/>
                    <a:pt x="380795" y="720820"/>
                  </a:cubicBezTo>
                  <a:cubicBezTo>
                    <a:pt x="377700" y="728044"/>
                    <a:pt x="374604" y="735268"/>
                    <a:pt x="372024" y="742492"/>
                  </a:cubicBezTo>
                  <a:cubicBezTo>
                    <a:pt x="369444" y="750747"/>
                    <a:pt x="364284" y="753327"/>
                    <a:pt x="355513" y="753327"/>
                  </a:cubicBezTo>
                  <a:cubicBezTo>
                    <a:pt x="333326" y="752811"/>
                    <a:pt x="311655" y="753327"/>
                    <a:pt x="291015" y="743523"/>
                  </a:cubicBezTo>
                  <a:cubicBezTo>
                    <a:pt x="282760" y="739396"/>
                    <a:pt x="279148" y="742492"/>
                    <a:pt x="276568" y="751263"/>
                  </a:cubicBezTo>
                  <a:cubicBezTo>
                    <a:pt x="269860" y="773450"/>
                    <a:pt x="264185" y="796153"/>
                    <a:pt x="258509" y="818340"/>
                  </a:cubicBezTo>
                  <a:cubicBezTo>
                    <a:pt x="256445" y="827628"/>
                    <a:pt x="259025" y="831239"/>
                    <a:pt x="267796" y="831756"/>
                  </a:cubicBezTo>
                  <a:cubicBezTo>
                    <a:pt x="291015" y="833819"/>
                    <a:pt x="310623" y="846719"/>
                    <a:pt x="330746" y="857038"/>
                  </a:cubicBezTo>
                  <a:cubicBezTo>
                    <a:pt x="335905" y="859618"/>
                    <a:pt x="338485" y="863230"/>
                    <a:pt x="337453" y="869422"/>
                  </a:cubicBezTo>
                  <a:cubicBezTo>
                    <a:pt x="335389" y="881805"/>
                    <a:pt x="333842" y="894189"/>
                    <a:pt x="332810" y="906572"/>
                  </a:cubicBezTo>
                  <a:cubicBezTo>
                    <a:pt x="331778" y="915344"/>
                    <a:pt x="328166" y="919988"/>
                    <a:pt x="318878" y="922052"/>
                  </a:cubicBezTo>
                  <a:cubicBezTo>
                    <a:pt x="298239" y="925664"/>
                    <a:pt x="278116" y="932887"/>
                    <a:pt x="256445" y="929275"/>
                  </a:cubicBezTo>
                  <a:cubicBezTo>
                    <a:pt x="246125" y="927211"/>
                    <a:pt x="243029" y="932371"/>
                    <a:pt x="242514" y="942175"/>
                  </a:cubicBezTo>
                  <a:cubicBezTo>
                    <a:pt x="241482" y="963846"/>
                    <a:pt x="241482" y="985001"/>
                    <a:pt x="242514" y="1006672"/>
                  </a:cubicBezTo>
                  <a:cubicBezTo>
                    <a:pt x="243029" y="1018023"/>
                    <a:pt x="247157" y="1022667"/>
                    <a:pt x="257993" y="1020603"/>
                  </a:cubicBezTo>
                  <a:cubicBezTo>
                    <a:pt x="280180" y="1016475"/>
                    <a:pt x="300303" y="1024731"/>
                    <a:pt x="321458" y="1028343"/>
                  </a:cubicBezTo>
                  <a:cubicBezTo>
                    <a:pt x="327650" y="1029375"/>
                    <a:pt x="331262" y="1032987"/>
                    <a:pt x="331778" y="1039694"/>
                  </a:cubicBezTo>
                  <a:cubicBezTo>
                    <a:pt x="333326" y="1052594"/>
                    <a:pt x="334358" y="1065493"/>
                    <a:pt x="336937" y="1077877"/>
                  </a:cubicBezTo>
                  <a:cubicBezTo>
                    <a:pt x="338485" y="1085617"/>
                    <a:pt x="335905" y="1089744"/>
                    <a:pt x="329198" y="1093356"/>
                  </a:cubicBezTo>
                  <a:cubicBezTo>
                    <a:pt x="309075" y="1103676"/>
                    <a:pt x="289467" y="1115543"/>
                    <a:pt x="265733" y="1117607"/>
                  </a:cubicBezTo>
                  <a:cubicBezTo>
                    <a:pt x="257993" y="1118123"/>
                    <a:pt x="255929" y="1122251"/>
                    <a:pt x="257993" y="1129990"/>
                  </a:cubicBezTo>
                  <a:cubicBezTo>
                    <a:pt x="263669" y="1153209"/>
                    <a:pt x="269344" y="1175913"/>
                    <a:pt x="276568" y="1198615"/>
                  </a:cubicBezTo>
                  <a:cubicBezTo>
                    <a:pt x="279148" y="1207903"/>
                    <a:pt x="283276" y="1209451"/>
                    <a:pt x="291531" y="1205839"/>
                  </a:cubicBezTo>
                  <a:cubicBezTo>
                    <a:pt x="308559" y="1198100"/>
                    <a:pt x="327134" y="1196035"/>
                    <a:pt x="345709" y="1196035"/>
                  </a:cubicBezTo>
                  <a:cubicBezTo>
                    <a:pt x="371508" y="1196035"/>
                    <a:pt x="366348" y="1193456"/>
                    <a:pt x="375636" y="1216675"/>
                  </a:cubicBezTo>
                  <a:cubicBezTo>
                    <a:pt x="378216" y="1223382"/>
                    <a:pt x="380795" y="1230606"/>
                    <a:pt x="384407" y="1236798"/>
                  </a:cubicBezTo>
                  <a:cubicBezTo>
                    <a:pt x="389051" y="1245569"/>
                    <a:pt x="386987" y="1251761"/>
                    <a:pt x="379764" y="1257953"/>
                  </a:cubicBezTo>
                  <a:cubicBezTo>
                    <a:pt x="363252" y="1272400"/>
                    <a:pt x="348289" y="1288396"/>
                    <a:pt x="327134" y="1296651"/>
                  </a:cubicBezTo>
                  <a:cubicBezTo>
                    <a:pt x="319394" y="1299231"/>
                    <a:pt x="319394" y="1303875"/>
                    <a:pt x="322490" y="1310583"/>
                  </a:cubicBezTo>
                  <a:cubicBezTo>
                    <a:pt x="333842" y="1332254"/>
                    <a:pt x="346225" y="1353409"/>
                    <a:pt x="359124" y="1374048"/>
                  </a:cubicBezTo>
                  <a:cubicBezTo>
                    <a:pt x="362736" y="1379724"/>
                    <a:pt x="365832" y="1380755"/>
                    <a:pt x="370992" y="1376628"/>
                  </a:cubicBezTo>
                  <a:cubicBezTo>
                    <a:pt x="389051" y="1361148"/>
                    <a:pt x="412270" y="1355988"/>
                    <a:pt x="433941" y="1348765"/>
                  </a:cubicBezTo>
                  <a:cubicBezTo>
                    <a:pt x="441165" y="1346185"/>
                    <a:pt x="445809" y="1347217"/>
                    <a:pt x="450452" y="1353925"/>
                  </a:cubicBezTo>
                  <a:cubicBezTo>
                    <a:pt x="457676" y="1364760"/>
                    <a:pt x="465932" y="1374564"/>
                    <a:pt x="474187" y="1384367"/>
                  </a:cubicBezTo>
                  <a:cubicBezTo>
                    <a:pt x="478315" y="1389527"/>
                    <a:pt x="478831" y="1393655"/>
                    <a:pt x="475219" y="1399331"/>
                  </a:cubicBezTo>
                  <a:cubicBezTo>
                    <a:pt x="462320" y="1417906"/>
                    <a:pt x="452516" y="1439061"/>
                    <a:pt x="432909" y="1452476"/>
                  </a:cubicBezTo>
                  <a:cubicBezTo>
                    <a:pt x="426201" y="1457120"/>
                    <a:pt x="425685" y="1461764"/>
                    <a:pt x="431877" y="1468471"/>
                  </a:cubicBezTo>
                  <a:cubicBezTo>
                    <a:pt x="447873" y="1486015"/>
                    <a:pt x="464384" y="1502526"/>
                    <a:pt x="481927" y="1518521"/>
                  </a:cubicBezTo>
                  <a:cubicBezTo>
                    <a:pt x="488119" y="1524197"/>
                    <a:pt x="493279" y="1524197"/>
                    <a:pt x="497922" y="1517489"/>
                  </a:cubicBezTo>
                  <a:cubicBezTo>
                    <a:pt x="510822" y="1498398"/>
                    <a:pt x="531461" y="1488595"/>
                    <a:pt x="550036" y="1475695"/>
                  </a:cubicBezTo>
                  <a:cubicBezTo>
                    <a:pt x="556228" y="1471568"/>
                    <a:pt x="561388" y="1471568"/>
                    <a:pt x="567063" y="1476211"/>
                  </a:cubicBezTo>
                  <a:cubicBezTo>
                    <a:pt x="576867" y="1483951"/>
                    <a:pt x="586670" y="1491690"/>
                    <a:pt x="596474" y="1498914"/>
                  </a:cubicBezTo>
                  <a:cubicBezTo>
                    <a:pt x="602666" y="1503558"/>
                    <a:pt x="604214" y="1508202"/>
                    <a:pt x="601634" y="1515426"/>
                  </a:cubicBezTo>
                  <a:cubicBezTo>
                    <a:pt x="594926" y="1537097"/>
                    <a:pt x="589250" y="1559284"/>
                    <a:pt x="574287" y="1577343"/>
                  </a:cubicBezTo>
                  <a:cubicBezTo>
                    <a:pt x="569127" y="1583018"/>
                    <a:pt x="569643" y="1587146"/>
                    <a:pt x="576867" y="1591274"/>
                  </a:cubicBezTo>
                  <a:cubicBezTo>
                    <a:pt x="597506" y="1603658"/>
                    <a:pt x="618145" y="1616041"/>
                    <a:pt x="639300" y="1627393"/>
                  </a:cubicBezTo>
                  <a:cubicBezTo>
                    <a:pt x="647040" y="1631520"/>
                    <a:pt x="651168" y="1629973"/>
                    <a:pt x="653747" y="1622233"/>
                  </a:cubicBezTo>
                  <a:cubicBezTo>
                    <a:pt x="662003" y="1600562"/>
                    <a:pt x="678514" y="1585598"/>
                    <a:pt x="693478" y="1568571"/>
                  </a:cubicBezTo>
                  <a:cubicBezTo>
                    <a:pt x="699153" y="1562379"/>
                    <a:pt x="704313" y="1561864"/>
                    <a:pt x="711537" y="1564959"/>
                  </a:cubicBezTo>
                  <a:cubicBezTo>
                    <a:pt x="721856" y="1570119"/>
                    <a:pt x="732692" y="1574247"/>
                    <a:pt x="743528" y="1578375"/>
                  </a:cubicBezTo>
                  <a:cubicBezTo>
                    <a:pt x="751267" y="1580955"/>
                    <a:pt x="753847" y="1585598"/>
                    <a:pt x="753847" y="1593854"/>
                  </a:cubicBezTo>
                  <a:cubicBezTo>
                    <a:pt x="753331" y="1616041"/>
                    <a:pt x="753847" y="1637712"/>
                    <a:pt x="744044" y="1658351"/>
                  </a:cubicBezTo>
                  <a:cubicBezTo>
                    <a:pt x="739916" y="1667123"/>
                    <a:pt x="743012" y="1671251"/>
                    <a:pt x="752299" y="1673831"/>
                  </a:cubicBezTo>
                  <a:cubicBezTo>
                    <a:pt x="773970" y="1680538"/>
                    <a:pt x="796157" y="1686214"/>
                    <a:pt x="818344" y="1691374"/>
                  </a:cubicBezTo>
                  <a:cubicBezTo>
                    <a:pt x="827116" y="1693438"/>
                    <a:pt x="831760" y="1692406"/>
                    <a:pt x="832276" y="1682602"/>
                  </a:cubicBezTo>
                  <a:cubicBezTo>
                    <a:pt x="834340" y="1659383"/>
                    <a:pt x="846723" y="1639776"/>
                    <a:pt x="857043" y="1619653"/>
                  </a:cubicBezTo>
                  <a:cubicBezTo>
                    <a:pt x="859622" y="1614493"/>
                    <a:pt x="862718" y="1611397"/>
                    <a:pt x="868910" y="1612429"/>
                  </a:cubicBezTo>
                  <a:cubicBezTo>
                    <a:pt x="881809" y="1614493"/>
                    <a:pt x="895225" y="1616041"/>
                    <a:pt x="908640" y="1617589"/>
                  </a:cubicBezTo>
                  <a:cubicBezTo>
                    <a:pt x="916896" y="1618621"/>
                    <a:pt x="920508" y="1622749"/>
                    <a:pt x="922056" y="1630488"/>
                  </a:cubicBezTo>
                  <a:cubicBezTo>
                    <a:pt x="925668" y="1651128"/>
                    <a:pt x="933407" y="1671251"/>
                    <a:pt x="929279" y="1692922"/>
                  </a:cubicBezTo>
                  <a:cubicBezTo>
                    <a:pt x="927215" y="1703757"/>
                    <a:pt x="932375" y="1706853"/>
                    <a:pt x="942695" y="1707369"/>
                  </a:cubicBezTo>
                  <a:cubicBezTo>
                    <a:pt x="964366" y="1708401"/>
                    <a:pt x="985521" y="1708401"/>
                    <a:pt x="1007192" y="1707369"/>
                  </a:cubicBezTo>
                  <a:cubicBezTo>
                    <a:pt x="1018028" y="1706853"/>
                    <a:pt x="1022155" y="1702725"/>
                    <a:pt x="1020607" y="1692406"/>
                  </a:cubicBezTo>
                  <a:cubicBezTo>
                    <a:pt x="1016480" y="1670219"/>
                    <a:pt x="1024219" y="1650096"/>
                    <a:pt x="1028347" y="1628941"/>
                  </a:cubicBezTo>
                  <a:cubicBezTo>
                    <a:pt x="1029379" y="1621717"/>
                    <a:pt x="1033507" y="1618621"/>
                    <a:pt x="1040215" y="1617589"/>
                  </a:cubicBezTo>
                  <a:cubicBezTo>
                    <a:pt x="1053114" y="1616041"/>
                    <a:pt x="1066013" y="1615009"/>
                    <a:pt x="1078397" y="1612429"/>
                  </a:cubicBezTo>
                  <a:cubicBezTo>
                    <a:pt x="1085621" y="1611397"/>
                    <a:pt x="1089748" y="1613461"/>
                    <a:pt x="1092844" y="1619653"/>
                  </a:cubicBezTo>
                  <a:cubicBezTo>
                    <a:pt x="1102648" y="1639776"/>
                    <a:pt x="1115031" y="1658351"/>
                    <a:pt x="1117095" y="1681570"/>
                  </a:cubicBezTo>
                  <a:cubicBezTo>
                    <a:pt x="1118127" y="1690342"/>
                    <a:pt x="1121739" y="1692922"/>
                    <a:pt x="1130511" y="1690858"/>
                  </a:cubicBezTo>
                  <a:cubicBezTo>
                    <a:pt x="1152698" y="1685698"/>
                    <a:pt x="1174885" y="1680022"/>
                    <a:pt x="1196556" y="1673315"/>
                  </a:cubicBezTo>
                  <a:cubicBezTo>
                    <a:pt x="1206359" y="1670219"/>
                    <a:pt x="1209455" y="1666607"/>
                    <a:pt x="1204811" y="1656803"/>
                  </a:cubicBezTo>
                  <a:cubicBezTo>
                    <a:pt x="1200168" y="1643904"/>
                    <a:pt x="1196556" y="1627393"/>
                    <a:pt x="1198104" y="1613977"/>
                  </a:cubicBezTo>
                  <a:close/>
                </a:path>
              </a:pathLst>
            </a:custGeom>
            <a:solidFill>
              <a:schemeClr val="bg1"/>
            </a:solidFill>
            <a:ln w="515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88F9EC3F-3387-4CF3-A03F-AC9058376362}"/>
                </a:ext>
              </a:extLst>
            </p:cNvPr>
            <p:cNvSpPr/>
            <p:nvPr/>
          </p:nvSpPr>
          <p:spPr>
            <a:xfrm>
              <a:off x="306264" y="596604"/>
              <a:ext cx="237705" cy="236465"/>
            </a:xfrm>
            <a:custGeom>
              <a:avLst/>
              <a:gdLst>
                <a:gd name="connsiteX0" fmla="*/ 185362 w 237706"/>
                <a:gd name="connsiteY0" fmla="*/ 130458 h 236466"/>
                <a:gd name="connsiteX1" fmla="*/ 237706 w 237706"/>
                <a:gd name="connsiteY1" fmla="*/ 130458 h 236466"/>
                <a:gd name="connsiteX2" fmla="*/ 234128 w 237706"/>
                <a:gd name="connsiteY2" fmla="*/ 154126 h 236466"/>
                <a:gd name="connsiteX3" fmla="*/ 165835 w 237706"/>
                <a:gd name="connsiteY3" fmla="*/ 229449 h 236466"/>
                <a:gd name="connsiteX4" fmla="*/ 131078 w 237706"/>
                <a:gd name="connsiteY4" fmla="*/ 236466 h 236466"/>
                <a:gd name="connsiteX5" fmla="*/ 131078 w 237706"/>
                <a:gd name="connsiteY5" fmla="*/ 186008 h 236466"/>
                <a:gd name="connsiteX6" fmla="*/ 146195 w 237706"/>
                <a:gd name="connsiteY6" fmla="*/ 182956 h 236466"/>
                <a:gd name="connsiteX7" fmla="*/ 177100 w 237706"/>
                <a:gd name="connsiteY7" fmla="*/ 157507 h 236466"/>
                <a:gd name="connsiteX8" fmla="*/ 0 w 237706"/>
                <a:gd name="connsiteY8" fmla="*/ 130458 h 236466"/>
                <a:gd name="connsiteX9" fmla="*/ 52344 w 237706"/>
                <a:gd name="connsiteY9" fmla="*/ 130458 h 236466"/>
                <a:gd name="connsiteX10" fmla="*/ 60606 w 237706"/>
                <a:gd name="connsiteY10" fmla="*/ 157507 h 236466"/>
                <a:gd name="connsiteX11" fmla="*/ 91511 w 237706"/>
                <a:gd name="connsiteY11" fmla="*/ 182956 h 236466"/>
                <a:gd name="connsiteX12" fmla="*/ 106628 w 237706"/>
                <a:gd name="connsiteY12" fmla="*/ 186008 h 236466"/>
                <a:gd name="connsiteX13" fmla="*/ 106628 w 237706"/>
                <a:gd name="connsiteY13" fmla="*/ 236466 h 236466"/>
                <a:gd name="connsiteX14" fmla="*/ 71871 w 237706"/>
                <a:gd name="connsiteY14" fmla="*/ 229449 h 236466"/>
                <a:gd name="connsiteX15" fmla="*/ 3579 w 237706"/>
                <a:gd name="connsiteY15" fmla="*/ 154126 h 236466"/>
                <a:gd name="connsiteX16" fmla="*/ 131078 w 237706"/>
                <a:gd name="connsiteY16" fmla="*/ 0 h 236466"/>
                <a:gd name="connsiteX17" fmla="*/ 165835 w 237706"/>
                <a:gd name="connsiteY17" fmla="*/ 7017 h 236466"/>
                <a:gd name="connsiteX18" fmla="*/ 234128 w 237706"/>
                <a:gd name="connsiteY18" fmla="*/ 82340 h 236466"/>
                <a:gd name="connsiteX19" fmla="*/ 237706 w 237706"/>
                <a:gd name="connsiteY19" fmla="*/ 106008 h 236466"/>
                <a:gd name="connsiteX20" fmla="*/ 185362 w 237706"/>
                <a:gd name="connsiteY20" fmla="*/ 106008 h 236466"/>
                <a:gd name="connsiteX21" fmla="*/ 177100 w 237706"/>
                <a:gd name="connsiteY21" fmla="*/ 78960 h 236466"/>
                <a:gd name="connsiteX22" fmla="*/ 146195 w 237706"/>
                <a:gd name="connsiteY22" fmla="*/ 53510 h 236466"/>
                <a:gd name="connsiteX23" fmla="*/ 131078 w 237706"/>
                <a:gd name="connsiteY23" fmla="*/ 50458 h 236466"/>
                <a:gd name="connsiteX24" fmla="*/ 106628 w 237706"/>
                <a:gd name="connsiteY24" fmla="*/ 0 h 236466"/>
                <a:gd name="connsiteX25" fmla="*/ 106628 w 237706"/>
                <a:gd name="connsiteY25" fmla="*/ 50458 h 236466"/>
                <a:gd name="connsiteX26" fmla="*/ 91511 w 237706"/>
                <a:gd name="connsiteY26" fmla="*/ 53510 h 236466"/>
                <a:gd name="connsiteX27" fmla="*/ 60606 w 237706"/>
                <a:gd name="connsiteY27" fmla="*/ 78960 h 236466"/>
                <a:gd name="connsiteX28" fmla="*/ 52344 w 237706"/>
                <a:gd name="connsiteY28" fmla="*/ 106008 h 236466"/>
                <a:gd name="connsiteX29" fmla="*/ 0 w 237706"/>
                <a:gd name="connsiteY29" fmla="*/ 106008 h 236466"/>
                <a:gd name="connsiteX30" fmla="*/ 3579 w 237706"/>
                <a:gd name="connsiteY30" fmla="*/ 82340 h 236466"/>
                <a:gd name="connsiteX31" fmla="*/ 71871 w 237706"/>
                <a:gd name="connsiteY31" fmla="*/ 7017 h 23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7706" h="236466">
                  <a:moveTo>
                    <a:pt x="185362" y="130458"/>
                  </a:moveTo>
                  <a:lnTo>
                    <a:pt x="237706" y="130458"/>
                  </a:lnTo>
                  <a:lnTo>
                    <a:pt x="234128" y="154126"/>
                  </a:lnTo>
                  <a:cubicBezTo>
                    <a:pt x="223548" y="188141"/>
                    <a:pt x="198326" y="215706"/>
                    <a:pt x="165835" y="229449"/>
                  </a:cubicBezTo>
                  <a:lnTo>
                    <a:pt x="131078" y="236466"/>
                  </a:lnTo>
                  <a:lnTo>
                    <a:pt x="131078" y="186008"/>
                  </a:lnTo>
                  <a:lnTo>
                    <a:pt x="146195" y="182956"/>
                  </a:lnTo>
                  <a:cubicBezTo>
                    <a:pt x="158800" y="177624"/>
                    <a:pt x="169526" y="168717"/>
                    <a:pt x="177100" y="157507"/>
                  </a:cubicBezTo>
                  <a:close/>
                  <a:moveTo>
                    <a:pt x="0" y="130458"/>
                  </a:moveTo>
                  <a:lnTo>
                    <a:pt x="52344" y="130458"/>
                  </a:lnTo>
                  <a:lnTo>
                    <a:pt x="60606" y="157507"/>
                  </a:lnTo>
                  <a:cubicBezTo>
                    <a:pt x="68180" y="168717"/>
                    <a:pt x="78906" y="177624"/>
                    <a:pt x="91511" y="182956"/>
                  </a:cubicBezTo>
                  <a:lnTo>
                    <a:pt x="106628" y="186008"/>
                  </a:lnTo>
                  <a:lnTo>
                    <a:pt x="106628" y="236466"/>
                  </a:lnTo>
                  <a:lnTo>
                    <a:pt x="71871" y="229449"/>
                  </a:lnTo>
                  <a:cubicBezTo>
                    <a:pt x="39380" y="215706"/>
                    <a:pt x="14159" y="188141"/>
                    <a:pt x="3579" y="154126"/>
                  </a:cubicBezTo>
                  <a:close/>
                  <a:moveTo>
                    <a:pt x="131078" y="0"/>
                  </a:moveTo>
                  <a:lnTo>
                    <a:pt x="165835" y="7017"/>
                  </a:lnTo>
                  <a:cubicBezTo>
                    <a:pt x="198326" y="20760"/>
                    <a:pt x="223548" y="48325"/>
                    <a:pt x="234128" y="82340"/>
                  </a:cubicBezTo>
                  <a:lnTo>
                    <a:pt x="237706" y="106008"/>
                  </a:lnTo>
                  <a:lnTo>
                    <a:pt x="185362" y="106008"/>
                  </a:lnTo>
                  <a:lnTo>
                    <a:pt x="177100" y="78960"/>
                  </a:lnTo>
                  <a:cubicBezTo>
                    <a:pt x="169526" y="67749"/>
                    <a:pt x="158800" y="58842"/>
                    <a:pt x="146195" y="53510"/>
                  </a:cubicBezTo>
                  <a:lnTo>
                    <a:pt x="131078" y="50458"/>
                  </a:lnTo>
                  <a:close/>
                  <a:moveTo>
                    <a:pt x="106628" y="0"/>
                  </a:moveTo>
                  <a:lnTo>
                    <a:pt x="106628" y="50458"/>
                  </a:lnTo>
                  <a:lnTo>
                    <a:pt x="91511" y="53510"/>
                  </a:lnTo>
                  <a:cubicBezTo>
                    <a:pt x="78906" y="58842"/>
                    <a:pt x="68180" y="67749"/>
                    <a:pt x="60606" y="78960"/>
                  </a:cubicBezTo>
                  <a:lnTo>
                    <a:pt x="52344" y="106008"/>
                  </a:lnTo>
                  <a:lnTo>
                    <a:pt x="0" y="106008"/>
                  </a:lnTo>
                  <a:lnTo>
                    <a:pt x="3579" y="82340"/>
                  </a:lnTo>
                  <a:cubicBezTo>
                    <a:pt x="14159" y="48325"/>
                    <a:pt x="39380" y="20760"/>
                    <a:pt x="71871" y="70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6" name="Oval 45">
              <a:extLst>
                <a:ext uri="{FF2B5EF4-FFF2-40B4-BE49-F238E27FC236}">
                  <a16:creationId xmlns:a16="http://schemas.microsoft.com/office/drawing/2014/main" id="{CC56068D-EB7D-490A-87C5-924066AB69B5}"/>
                </a:ext>
              </a:extLst>
            </p:cNvPr>
            <p:cNvSpPr/>
            <p:nvPr/>
          </p:nvSpPr>
          <p:spPr>
            <a:xfrm>
              <a:off x="385558" y="675280"/>
              <a:ext cx="79122" cy="7912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23646BA1-CE2A-4CBB-97E9-9222C9AD8E3F}"/>
              </a:ext>
            </a:extLst>
          </p:cNvPr>
          <p:cNvGrpSpPr/>
          <p:nvPr userDrawn="1"/>
        </p:nvGrpSpPr>
        <p:grpSpPr>
          <a:xfrm rot="9743765" flipH="1">
            <a:off x="849043" y="392925"/>
            <a:ext cx="459928" cy="1377757"/>
            <a:chOff x="391499" y="630207"/>
            <a:chExt cx="531845" cy="1593193"/>
          </a:xfrm>
        </p:grpSpPr>
        <p:sp>
          <p:nvSpPr>
            <p:cNvPr id="48" name="Rectangle: Rounded Corners 47">
              <a:extLst>
                <a:ext uri="{FF2B5EF4-FFF2-40B4-BE49-F238E27FC236}">
                  <a16:creationId xmlns:a16="http://schemas.microsoft.com/office/drawing/2014/main" id="{DE287937-2334-4531-AC46-A7DC53F51BD5}"/>
                </a:ext>
              </a:extLst>
            </p:cNvPr>
            <p:cNvSpPr/>
            <p:nvPr/>
          </p:nvSpPr>
          <p:spPr>
            <a:xfrm rot="20495611">
              <a:off x="400452" y="630207"/>
              <a:ext cx="522892" cy="1539138"/>
            </a:xfrm>
            <a:prstGeom prst="roundRect">
              <a:avLst>
                <a:gd name="adj"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A1EE65D8-6FBD-4080-AA95-429B44E248D1}"/>
                </a:ext>
              </a:extLst>
            </p:cNvPr>
            <p:cNvSpPr/>
            <p:nvPr/>
          </p:nvSpPr>
          <p:spPr>
            <a:xfrm rot="20495611">
              <a:off x="391499" y="684262"/>
              <a:ext cx="191607" cy="1539138"/>
            </a:xfrm>
            <a:prstGeom prst="roundRect">
              <a:avLst>
                <a:gd name="adj"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Oval 49">
            <a:extLst>
              <a:ext uri="{FF2B5EF4-FFF2-40B4-BE49-F238E27FC236}">
                <a16:creationId xmlns:a16="http://schemas.microsoft.com/office/drawing/2014/main" id="{6227990C-BB00-45E1-9810-8A586B2334D7}"/>
              </a:ext>
            </a:extLst>
          </p:cNvPr>
          <p:cNvSpPr/>
          <p:nvPr userDrawn="1"/>
        </p:nvSpPr>
        <p:spPr>
          <a:xfrm rot="10800000" flipH="1">
            <a:off x="747743" y="1420860"/>
            <a:ext cx="618628" cy="618628"/>
          </a:xfrm>
          <a:prstGeom prst="ellipse">
            <a:avLst/>
          </a:prstGeom>
          <a:solidFill>
            <a:schemeClr val="accent2"/>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7FC309BA-165E-4651-AC85-AA6CD5F0458E}"/>
              </a:ext>
            </a:extLst>
          </p:cNvPr>
          <p:cNvSpPr/>
          <p:nvPr userDrawn="1"/>
        </p:nvSpPr>
        <p:spPr>
          <a:xfrm rot="10800000" flipH="1">
            <a:off x="814461" y="1487577"/>
            <a:ext cx="485192" cy="485192"/>
          </a:xfrm>
          <a:custGeom>
            <a:avLst/>
            <a:gdLst>
              <a:gd name="connsiteX0" fmla="*/ 977265 w 1950394"/>
              <a:gd name="connsiteY0" fmla="*/ 1954006 h 1950394"/>
              <a:gd name="connsiteX1" fmla="*/ 4 w 1950394"/>
              <a:gd name="connsiteY1" fmla="*/ 977261 h 1950394"/>
              <a:gd name="connsiteX2" fmla="*/ 976749 w 1950394"/>
              <a:gd name="connsiteY2" fmla="*/ 0 h 1950394"/>
              <a:gd name="connsiteX3" fmla="*/ 1953494 w 1950394"/>
              <a:gd name="connsiteY3" fmla="*/ 976229 h 1950394"/>
              <a:gd name="connsiteX4" fmla="*/ 977265 w 1950394"/>
              <a:gd name="connsiteY4" fmla="*/ 1954006 h 1950394"/>
              <a:gd name="connsiteX5" fmla="*/ 1198104 w 1950394"/>
              <a:gd name="connsiteY5" fmla="*/ 1613977 h 1950394"/>
              <a:gd name="connsiteX6" fmla="*/ 1221839 w 1950394"/>
              <a:gd name="connsiteY6" fmla="*/ 1574763 h 1950394"/>
              <a:gd name="connsiteX7" fmla="*/ 1240930 w 1950394"/>
              <a:gd name="connsiteY7" fmla="*/ 1566507 h 1950394"/>
              <a:gd name="connsiteX8" fmla="*/ 1257957 w 1950394"/>
              <a:gd name="connsiteY8" fmla="*/ 1569603 h 1950394"/>
              <a:gd name="connsiteX9" fmla="*/ 1298203 w 1950394"/>
              <a:gd name="connsiteY9" fmla="*/ 1624297 h 1950394"/>
              <a:gd name="connsiteX10" fmla="*/ 1311619 w 1950394"/>
              <a:gd name="connsiteY10" fmla="*/ 1629456 h 1950394"/>
              <a:gd name="connsiteX11" fmla="*/ 1375084 w 1950394"/>
              <a:gd name="connsiteY11" fmla="*/ 1592822 h 1950394"/>
              <a:gd name="connsiteX12" fmla="*/ 1377148 w 1950394"/>
              <a:gd name="connsiteY12" fmla="*/ 1578891 h 1950394"/>
              <a:gd name="connsiteX13" fmla="*/ 1349285 w 1950394"/>
              <a:gd name="connsiteY13" fmla="*/ 1515426 h 1950394"/>
              <a:gd name="connsiteX14" fmla="*/ 1353413 w 1950394"/>
              <a:gd name="connsiteY14" fmla="*/ 1502010 h 1950394"/>
              <a:gd name="connsiteX15" fmla="*/ 1385919 w 1950394"/>
              <a:gd name="connsiteY15" fmla="*/ 1476727 h 1950394"/>
              <a:gd name="connsiteX16" fmla="*/ 1400883 w 1950394"/>
              <a:gd name="connsiteY16" fmla="*/ 1476727 h 1950394"/>
              <a:gd name="connsiteX17" fmla="*/ 1452996 w 1950394"/>
              <a:gd name="connsiteY17" fmla="*/ 1518005 h 1950394"/>
              <a:gd name="connsiteX18" fmla="*/ 1470024 w 1950394"/>
              <a:gd name="connsiteY18" fmla="*/ 1519553 h 1950394"/>
              <a:gd name="connsiteX19" fmla="*/ 1519041 w 1950394"/>
              <a:gd name="connsiteY19" fmla="*/ 1470535 h 1950394"/>
              <a:gd name="connsiteX20" fmla="*/ 1518010 w 1950394"/>
              <a:gd name="connsiteY20" fmla="*/ 1453508 h 1950394"/>
              <a:gd name="connsiteX21" fmla="*/ 1475699 w 1950394"/>
              <a:gd name="connsiteY21" fmla="*/ 1400363 h 1950394"/>
              <a:gd name="connsiteX22" fmla="*/ 1476215 w 1950394"/>
              <a:gd name="connsiteY22" fmla="*/ 1386431 h 1950394"/>
              <a:gd name="connsiteX23" fmla="*/ 1501498 w 1950394"/>
              <a:gd name="connsiteY23" fmla="*/ 1353925 h 1950394"/>
              <a:gd name="connsiteX24" fmla="*/ 1515946 w 1950394"/>
              <a:gd name="connsiteY24" fmla="*/ 1349797 h 1950394"/>
              <a:gd name="connsiteX25" fmla="*/ 1579411 w 1950394"/>
              <a:gd name="connsiteY25" fmla="*/ 1377660 h 1950394"/>
              <a:gd name="connsiteX26" fmla="*/ 1592310 w 1950394"/>
              <a:gd name="connsiteY26" fmla="*/ 1375596 h 1950394"/>
              <a:gd name="connsiteX27" fmla="*/ 1628945 w 1950394"/>
              <a:gd name="connsiteY27" fmla="*/ 1312130 h 1950394"/>
              <a:gd name="connsiteX28" fmla="*/ 1623785 w 1950394"/>
              <a:gd name="connsiteY28" fmla="*/ 1298199 h 1950394"/>
              <a:gd name="connsiteX29" fmla="*/ 1577863 w 1950394"/>
              <a:gd name="connsiteY29" fmla="*/ 1265692 h 1950394"/>
              <a:gd name="connsiteX30" fmla="*/ 1571155 w 1950394"/>
              <a:gd name="connsiteY30" fmla="*/ 1230090 h 1950394"/>
              <a:gd name="connsiteX31" fmla="*/ 1579927 w 1950394"/>
              <a:gd name="connsiteY31" fmla="*/ 1208419 h 1950394"/>
              <a:gd name="connsiteX32" fmla="*/ 1596438 w 1950394"/>
              <a:gd name="connsiteY32" fmla="*/ 1197583 h 1950394"/>
              <a:gd name="connsiteX33" fmla="*/ 1660935 w 1950394"/>
              <a:gd name="connsiteY33" fmla="*/ 1207387 h 1950394"/>
              <a:gd name="connsiteX34" fmla="*/ 1675383 w 1950394"/>
              <a:gd name="connsiteY34" fmla="*/ 1201195 h 1950394"/>
              <a:gd name="connsiteX35" fmla="*/ 1693442 w 1950394"/>
              <a:gd name="connsiteY35" fmla="*/ 1132570 h 1950394"/>
              <a:gd name="connsiteX36" fmla="*/ 1684154 w 1950394"/>
              <a:gd name="connsiteY36" fmla="*/ 1119155 h 1950394"/>
              <a:gd name="connsiteX37" fmla="*/ 1621205 w 1950394"/>
              <a:gd name="connsiteY37" fmla="*/ 1093872 h 1950394"/>
              <a:gd name="connsiteX38" fmla="*/ 1614497 w 1950394"/>
              <a:gd name="connsiteY38" fmla="*/ 1083037 h 1950394"/>
              <a:gd name="connsiteX39" fmla="*/ 1620173 w 1950394"/>
              <a:gd name="connsiteY39" fmla="*/ 1042274 h 1950394"/>
              <a:gd name="connsiteX40" fmla="*/ 1632557 w 1950394"/>
              <a:gd name="connsiteY40" fmla="*/ 1029891 h 1950394"/>
              <a:gd name="connsiteX41" fmla="*/ 1696022 w 1950394"/>
              <a:gd name="connsiteY41" fmla="*/ 1022667 h 1950394"/>
              <a:gd name="connsiteX42" fmla="*/ 1709437 w 1950394"/>
              <a:gd name="connsiteY42" fmla="*/ 1010800 h 1950394"/>
              <a:gd name="connsiteX43" fmla="*/ 1709437 w 1950394"/>
              <a:gd name="connsiteY43" fmla="*/ 943723 h 1950394"/>
              <a:gd name="connsiteX44" fmla="*/ 1694990 w 1950394"/>
              <a:gd name="connsiteY44" fmla="*/ 931339 h 1950394"/>
              <a:gd name="connsiteX45" fmla="*/ 1650616 w 1950394"/>
              <a:gd name="connsiteY45" fmla="*/ 928243 h 1950394"/>
              <a:gd name="connsiteX46" fmla="*/ 1618109 w 1950394"/>
              <a:gd name="connsiteY46" fmla="*/ 892125 h 1950394"/>
              <a:gd name="connsiteX47" fmla="*/ 1615013 w 1950394"/>
              <a:gd name="connsiteY47" fmla="*/ 874582 h 1950394"/>
              <a:gd name="connsiteX48" fmla="*/ 1622753 w 1950394"/>
              <a:gd name="connsiteY48" fmla="*/ 859102 h 1950394"/>
              <a:gd name="connsiteX49" fmla="*/ 1684670 w 1950394"/>
              <a:gd name="connsiteY49" fmla="*/ 834851 h 1950394"/>
              <a:gd name="connsiteX50" fmla="*/ 1693442 w 1950394"/>
              <a:gd name="connsiteY50" fmla="*/ 821952 h 1950394"/>
              <a:gd name="connsiteX51" fmla="*/ 1674867 w 1950394"/>
              <a:gd name="connsiteY51" fmla="*/ 753327 h 1950394"/>
              <a:gd name="connsiteX52" fmla="*/ 1659903 w 1950394"/>
              <a:gd name="connsiteY52" fmla="*/ 746619 h 1950394"/>
              <a:gd name="connsiteX53" fmla="*/ 1594374 w 1950394"/>
              <a:gd name="connsiteY53" fmla="*/ 756423 h 1950394"/>
              <a:gd name="connsiteX54" fmla="*/ 1580443 w 1950394"/>
              <a:gd name="connsiteY54" fmla="*/ 747651 h 1950394"/>
              <a:gd name="connsiteX55" fmla="*/ 1565995 w 1950394"/>
              <a:gd name="connsiteY55" fmla="*/ 713081 h 1950394"/>
              <a:gd name="connsiteX56" fmla="*/ 1570123 w 1950394"/>
              <a:gd name="connsiteY56" fmla="*/ 696054 h 1950394"/>
              <a:gd name="connsiteX57" fmla="*/ 1623269 w 1950394"/>
              <a:gd name="connsiteY57" fmla="*/ 656323 h 1950394"/>
              <a:gd name="connsiteX58" fmla="*/ 1628429 w 1950394"/>
              <a:gd name="connsiteY58" fmla="*/ 641876 h 1950394"/>
              <a:gd name="connsiteX59" fmla="*/ 1592310 w 1950394"/>
              <a:gd name="connsiteY59" fmla="*/ 579443 h 1950394"/>
              <a:gd name="connsiteX60" fmla="*/ 1578379 w 1950394"/>
              <a:gd name="connsiteY60" fmla="*/ 576863 h 1950394"/>
              <a:gd name="connsiteX61" fmla="*/ 1532457 w 1950394"/>
              <a:gd name="connsiteY61" fmla="*/ 599050 h 1950394"/>
              <a:gd name="connsiteX62" fmla="*/ 1490147 w 1950394"/>
              <a:gd name="connsiteY62" fmla="*/ 585118 h 1950394"/>
              <a:gd name="connsiteX63" fmla="*/ 1477247 w 1950394"/>
              <a:gd name="connsiteY63" fmla="*/ 569123 h 1950394"/>
              <a:gd name="connsiteX64" fmla="*/ 1476731 w 1950394"/>
              <a:gd name="connsiteY64" fmla="*/ 552096 h 1950394"/>
              <a:gd name="connsiteX65" fmla="*/ 1518525 w 1950394"/>
              <a:gd name="connsiteY65" fmla="*/ 499982 h 1950394"/>
              <a:gd name="connsiteX66" fmla="*/ 1519557 w 1950394"/>
              <a:gd name="connsiteY66" fmla="*/ 483987 h 1950394"/>
              <a:gd name="connsiteX67" fmla="*/ 1470540 w 1950394"/>
              <a:gd name="connsiteY67" fmla="*/ 434453 h 1950394"/>
              <a:gd name="connsiteX68" fmla="*/ 1452480 w 1950394"/>
              <a:gd name="connsiteY68" fmla="*/ 436001 h 1950394"/>
              <a:gd name="connsiteX69" fmla="*/ 1418942 w 1950394"/>
              <a:gd name="connsiteY69" fmla="*/ 465412 h 1950394"/>
              <a:gd name="connsiteX70" fmla="*/ 1369408 w 1950394"/>
              <a:gd name="connsiteY70" fmla="*/ 463348 h 1950394"/>
              <a:gd name="connsiteX71" fmla="*/ 1354961 w 1950394"/>
              <a:gd name="connsiteY71" fmla="*/ 452512 h 1950394"/>
              <a:gd name="connsiteX72" fmla="*/ 1349801 w 1950394"/>
              <a:gd name="connsiteY72" fmla="*/ 436001 h 1950394"/>
              <a:gd name="connsiteX73" fmla="*/ 1377148 w 1950394"/>
              <a:gd name="connsiteY73" fmla="*/ 374084 h 1950394"/>
              <a:gd name="connsiteX74" fmla="*/ 1374052 w 1950394"/>
              <a:gd name="connsiteY74" fmla="*/ 360152 h 1950394"/>
              <a:gd name="connsiteX75" fmla="*/ 1312651 w 1950394"/>
              <a:gd name="connsiteY75" fmla="*/ 324550 h 1950394"/>
              <a:gd name="connsiteX76" fmla="*/ 1296655 w 1950394"/>
              <a:gd name="connsiteY76" fmla="*/ 329193 h 1950394"/>
              <a:gd name="connsiteX77" fmla="*/ 1256925 w 1950394"/>
              <a:gd name="connsiteY77" fmla="*/ 382855 h 1950394"/>
              <a:gd name="connsiteX78" fmla="*/ 1238866 w 1950394"/>
              <a:gd name="connsiteY78" fmla="*/ 386467 h 1950394"/>
              <a:gd name="connsiteX79" fmla="*/ 1206875 w 1950394"/>
              <a:gd name="connsiteY79" fmla="*/ 373052 h 1950394"/>
              <a:gd name="connsiteX80" fmla="*/ 1196556 w 1950394"/>
              <a:gd name="connsiteY80" fmla="*/ 357572 h 1950394"/>
              <a:gd name="connsiteX81" fmla="*/ 1206359 w 1950394"/>
              <a:gd name="connsiteY81" fmla="*/ 293075 h 1950394"/>
              <a:gd name="connsiteX82" fmla="*/ 1199652 w 1950394"/>
              <a:gd name="connsiteY82" fmla="*/ 278112 h 1950394"/>
              <a:gd name="connsiteX83" fmla="*/ 1131027 w 1950394"/>
              <a:gd name="connsiteY83" fmla="*/ 259537 h 1950394"/>
              <a:gd name="connsiteX84" fmla="*/ 1118127 w 1950394"/>
              <a:gd name="connsiteY84" fmla="*/ 268308 h 1950394"/>
              <a:gd name="connsiteX85" fmla="*/ 1093360 w 1950394"/>
              <a:gd name="connsiteY85" fmla="*/ 331258 h 1950394"/>
              <a:gd name="connsiteX86" fmla="*/ 1079945 w 1950394"/>
              <a:gd name="connsiteY86" fmla="*/ 338481 h 1950394"/>
              <a:gd name="connsiteX87" fmla="*/ 1042794 w 1950394"/>
              <a:gd name="connsiteY87" fmla="*/ 333837 h 1950394"/>
              <a:gd name="connsiteX88" fmla="*/ 1028347 w 1950394"/>
              <a:gd name="connsiteY88" fmla="*/ 320422 h 1950394"/>
              <a:gd name="connsiteX89" fmla="*/ 1021123 w 1950394"/>
              <a:gd name="connsiteY89" fmla="*/ 257989 h 1950394"/>
              <a:gd name="connsiteX90" fmla="*/ 1008740 w 1950394"/>
              <a:gd name="connsiteY90" fmla="*/ 243541 h 1950394"/>
              <a:gd name="connsiteX91" fmla="*/ 941663 w 1950394"/>
              <a:gd name="connsiteY91" fmla="*/ 243541 h 1950394"/>
              <a:gd name="connsiteX92" fmla="*/ 929795 w 1950394"/>
              <a:gd name="connsiteY92" fmla="*/ 256957 h 1950394"/>
              <a:gd name="connsiteX93" fmla="*/ 922572 w 1950394"/>
              <a:gd name="connsiteY93" fmla="*/ 320422 h 1950394"/>
              <a:gd name="connsiteX94" fmla="*/ 909156 w 1950394"/>
              <a:gd name="connsiteY94" fmla="*/ 333321 h 1950394"/>
              <a:gd name="connsiteX95" fmla="*/ 872006 w 1950394"/>
              <a:gd name="connsiteY95" fmla="*/ 337965 h 1950394"/>
              <a:gd name="connsiteX96" fmla="*/ 857559 w 1950394"/>
              <a:gd name="connsiteY96" fmla="*/ 330226 h 1950394"/>
              <a:gd name="connsiteX97" fmla="*/ 833308 w 1950394"/>
              <a:gd name="connsiteY97" fmla="*/ 268308 h 1950394"/>
              <a:gd name="connsiteX98" fmla="*/ 819892 w 1950394"/>
              <a:gd name="connsiteY98" fmla="*/ 259021 h 1950394"/>
              <a:gd name="connsiteX99" fmla="*/ 753847 w 1950394"/>
              <a:gd name="connsiteY99" fmla="*/ 276564 h 1950394"/>
              <a:gd name="connsiteX100" fmla="*/ 745591 w 1950394"/>
              <a:gd name="connsiteY100" fmla="*/ 293075 h 1950394"/>
              <a:gd name="connsiteX101" fmla="*/ 754879 w 1950394"/>
              <a:gd name="connsiteY101" fmla="*/ 339513 h 1950394"/>
              <a:gd name="connsiteX102" fmla="*/ 728564 w 1950394"/>
              <a:gd name="connsiteY102" fmla="*/ 378728 h 1950394"/>
              <a:gd name="connsiteX103" fmla="*/ 712053 w 1950394"/>
              <a:gd name="connsiteY103" fmla="*/ 385951 h 1950394"/>
              <a:gd name="connsiteX104" fmla="*/ 695026 w 1950394"/>
              <a:gd name="connsiteY104" fmla="*/ 382855 h 1950394"/>
              <a:gd name="connsiteX105" fmla="*/ 654779 w 1950394"/>
              <a:gd name="connsiteY105" fmla="*/ 328161 h 1950394"/>
              <a:gd name="connsiteX106" fmla="*/ 641364 w 1950394"/>
              <a:gd name="connsiteY106" fmla="*/ 323002 h 1950394"/>
              <a:gd name="connsiteX107" fmla="*/ 577899 w 1950394"/>
              <a:gd name="connsiteY107" fmla="*/ 359636 h 1950394"/>
              <a:gd name="connsiteX108" fmla="*/ 574803 w 1950394"/>
              <a:gd name="connsiteY108" fmla="*/ 372536 h 1950394"/>
              <a:gd name="connsiteX109" fmla="*/ 602666 w 1950394"/>
              <a:gd name="connsiteY109" fmla="*/ 435485 h 1950394"/>
              <a:gd name="connsiteX110" fmla="*/ 598022 w 1950394"/>
              <a:gd name="connsiteY110" fmla="*/ 450964 h 1950394"/>
              <a:gd name="connsiteX111" fmla="*/ 567579 w 1950394"/>
              <a:gd name="connsiteY111" fmla="*/ 474699 h 1950394"/>
              <a:gd name="connsiteX112" fmla="*/ 550552 w 1950394"/>
              <a:gd name="connsiteY112" fmla="*/ 474699 h 1950394"/>
              <a:gd name="connsiteX113" fmla="*/ 498438 w 1950394"/>
              <a:gd name="connsiteY113" fmla="*/ 432905 h 1950394"/>
              <a:gd name="connsiteX114" fmla="*/ 483475 w 1950394"/>
              <a:gd name="connsiteY114" fmla="*/ 431357 h 1950394"/>
              <a:gd name="connsiteX115" fmla="*/ 432393 w 1950394"/>
              <a:gd name="connsiteY115" fmla="*/ 482439 h 1950394"/>
              <a:gd name="connsiteX116" fmla="*/ 433425 w 1950394"/>
              <a:gd name="connsiteY116" fmla="*/ 497402 h 1950394"/>
              <a:gd name="connsiteX117" fmla="*/ 475735 w 1950394"/>
              <a:gd name="connsiteY117" fmla="*/ 550032 h 1950394"/>
              <a:gd name="connsiteX118" fmla="*/ 475219 w 1950394"/>
              <a:gd name="connsiteY118" fmla="*/ 566027 h 1950394"/>
              <a:gd name="connsiteX119" fmla="*/ 450968 w 1950394"/>
              <a:gd name="connsiteY119" fmla="*/ 597502 h 1950394"/>
              <a:gd name="connsiteX120" fmla="*/ 437553 w 1950394"/>
              <a:gd name="connsiteY120" fmla="*/ 601629 h 1950394"/>
              <a:gd name="connsiteX121" fmla="*/ 373056 w 1950394"/>
              <a:gd name="connsiteY121" fmla="*/ 573251 h 1950394"/>
              <a:gd name="connsiteX122" fmla="*/ 360156 w 1950394"/>
              <a:gd name="connsiteY122" fmla="*/ 575315 h 1950394"/>
              <a:gd name="connsiteX123" fmla="*/ 323522 w 1950394"/>
              <a:gd name="connsiteY123" fmla="*/ 638780 h 1950394"/>
              <a:gd name="connsiteX124" fmla="*/ 328166 w 1950394"/>
              <a:gd name="connsiteY124" fmla="*/ 652711 h 1950394"/>
              <a:gd name="connsiteX125" fmla="*/ 374088 w 1950394"/>
              <a:gd name="connsiteY125" fmla="*/ 685218 h 1950394"/>
              <a:gd name="connsiteX126" fmla="*/ 380795 w 1950394"/>
              <a:gd name="connsiteY126" fmla="*/ 720820 h 1950394"/>
              <a:gd name="connsiteX127" fmla="*/ 372024 w 1950394"/>
              <a:gd name="connsiteY127" fmla="*/ 742492 h 1950394"/>
              <a:gd name="connsiteX128" fmla="*/ 355513 w 1950394"/>
              <a:gd name="connsiteY128" fmla="*/ 753327 h 1950394"/>
              <a:gd name="connsiteX129" fmla="*/ 291015 w 1950394"/>
              <a:gd name="connsiteY129" fmla="*/ 743523 h 1950394"/>
              <a:gd name="connsiteX130" fmla="*/ 276568 w 1950394"/>
              <a:gd name="connsiteY130" fmla="*/ 751263 h 1950394"/>
              <a:gd name="connsiteX131" fmla="*/ 258509 w 1950394"/>
              <a:gd name="connsiteY131" fmla="*/ 818340 h 1950394"/>
              <a:gd name="connsiteX132" fmla="*/ 267796 w 1950394"/>
              <a:gd name="connsiteY132" fmla="*/ 831756 h 1950394"/>
              <a:gd name="connsiteX133" fmla="*/ 330746 w 1950394"/>
              <a:gd name="connsiteY133" fmla="*/ 857038 h 1950394"/>
              <a:gd name="connsiteX134" fmla="*/ 337453 w 1950394"/>
              <a:gd name="connsiteY134" fmla="*/ 869422 h 1950394"/>
              <a:gd name="connsiteX135" fmla="*/ 332810 w 1950394"/>
              <a:gd name="connsiteY135" fmla="*/ 906572 h 1950394"/>
              <a:gd name="connsiteX136" fmla="*/ 318878 w 1950394"/>
              <a:gd name="connsiteY136" fmla="*/ 922052 h 1950394"/>
              <a:gd name="connsiteX137" fmla="*/ 256445 w 1950394"/>
              <a:gd name="connsiteY137" fmla="*/ 929275 h 1950394"/>
              <a:gd name="connsiteX138" fmla="*/ 242514 w 1950394"/>
              <a:gd name="connsiteY138" fmla="*/ 942175 h 1950394"/>
              <a:gd name="connsiteX139" fmla="*/ 242514 w 1950394"/>
              <a:gd name="connsiteY139" fmla="*/ 1006672 h 1950394"/>
              <a:gd name="connsiteX140" fmla="*/ 257993 w 1950394"/>
              <a:gd name="connsiteY140" fmla="*/ 1020603 h 1950394"/>
              <a:gd name="connsiteX141" fmla="*/ 321458 w 1950394"/>
              <a:gd name="connsiteY141" fmla="*/ 1028343 h 1950394"/>
              <a:gd name="connsiteX142" fmla="*/ 331778 w 1950394"/>
              <a:gd name="connsiteY142" fmla="*/ 1039694 h 1950394"/>
              <a:gd name="connsiteX143" fmla="*/ 336937 w 1950394"/>
              <a:gd name="connsiteY143" fmla="*/ 1077877 h 1950394"/>
              <a:gd name="connsiteX144" fmla="*/ 329198 w 1950394"/>
              <a:gd name="connsiteY144" fmla="*/ 1093356 h 1950394"/>
              <a:gd name="connsiteX145" fmla="*/ 265733 w 1950394"/>
              <a:gd name="connsiteY145" fmla="*/ 1117607 h 1950394"/>
              <a:gd name="connsiteX146" fmla="*/ 257993 w 1950394"/>
              <a:gd name="connsiteY146" fmla="*/ 1129990 h 1950394"/>
              <a:gd name="connsiteX147" fmla="*/ 276568 w 1950394"/>
              <a:gd name="connsiteY147" fmla="*/ 1198615 h 1950394"/>
              <a:gd name="connsiteX148" fmla="*/ 291531 w 1950394"/>
              <a:gd name="connsiteY148" fmla="*/ 1205839 h 1950394"/>
              <a:gd name="connsiteX149" fmla="*/ 345709 w 1950394"/>
              <a:gd name="connsiteY149" fmla="*/ 1196035 h 1950394"/>
              <a:gd name="connsiteX150" fmla="*/ 375636 w 1950394"/>
              <a:gd name="connsiteY150" fmla="*/ 1216675 h 1950394"/>
              <a:gd name="connsiteX151" fmla="*/ 384407 w 1950394"/>
              <a:gd name="connsiteY151" fmla="*/ 1236798 h 1950394"/>
              <a:gd name="connsiteX152" fmla="*/ 379764 w 1950394"/>
              <a:gd name="connsiteY152" fmla="*/ 1257953 h 1950394"/>
              <a:gd name="connsiteX153" fmla="*/ 327134 w 1950394"/>
              <a:gd name="connsiteY153" fmla="*/ 1296651 h 1950394"/>
              <a:gd name="connsiteX154" fmla="*/ 322490 w 1950394"/>
              <a:gd name="connsiteY154" fmla="*/ 1310583 h 1950394"/>
              <a:gd name="connsiteX155" fmla="*/ 359124 w 1950394"/>
              <a:gd name="connsiteY155" fmla="*/ 1374048 h 1950394"/>
              <a:gd name="connsiteX156" fmla="*/ 370992 w 1950394"/>
              <a:gd name="connsiteY156" fmla="*/ 1376628 h 1950394"/>
              <a:gd name="connsiteX157" fmla="*/ 433941 w 1950394"/>
              <a:gd name="connsiteY157" fmla="*/ 1348765 h 1950394"/>
              <a:gd name="connsiteX158" fmla="*/ 450452 w 1950394"/>
              <a:gd name="connsiteY158" fmla="*/ 1353925 h 1950394"/>
              <a:gd name="connsiteX159" fmla="*/ 474187 w 1950394"/>
              <a:gd name="connsiteY159" fmla="*/ 1384367 h 1950394"/>
              <a:gd name="connsiteX160" fmla="*/ 475219 w 1950394"/>
              <a:gd name="connsiteY160" fmla="*/ 1399331 h 1950394"/>
              <a:gd name="connsiteX161" fmla="*/ 432909 w 1950394"/>
              <a:gd name="connsiteY161" fmla="*/ 1452476 h 1950394"/>
              <a:gd name="connsiteX162" fmla="*/ 431877 w 1950394"/>
              <a:gd name="connsiteY162" fmla="*/ 1468471 h 1950394"/>
              <a:gd name="connsiteX163" fmla="*/ 481927 w 1950394"/>
              <a:gd name="connsiteY163" fmla="*/ 1518521 h 1950394"/>
              <a:gd name="connsiteX164" fmla="*/ 497922 w 1950394"/>
              <a:gd name="connsiteY164" fmla="*/ 1517489 h 1950394"/>
              <a:gd name="connsiteX165" fmla="*/ 550036 w 1950394"/>
              <a:gd name="connsiteY165" fmla="*/ 1475695 h 1950394"/>
              <a:gd name="connsiteX166" fmla="*/ 567063 w 1950394"/>
              <a:gd name="connsiteY166" fmla="*/ 1476211 h 1950394"/>
              <a:gd name="connsiteX167" fmla="*/ 596474 w 1950394"/>
              <a:gd name="connsiteY167" fmla="*/ 1498914 h 1950394"/>
              <a:gd name="connsiteX168" fmla="*/ 601634 w 1950394"/>
              <a:gd name="connsiteY168" fmla="*/ 1515426 h 1950394"/>
              <a:gd name="connsiteX169" fmla="*/ 574287 w 1950394"/>
              <a:gd name="connsiteY169" fmla="*/ 1577343 h 1950394"/>
              <a:gd name="connsiteX170" fmla="*/ 576867 w 1950394"/>
              <a:gd name="connsiteY170" fmla="*/ 1591274 h 1950394"/>
              <a:gd name="connsiteX171" fmla="*/ 639300 w 1950394"/>
              <a:gd name="connsiteY171" fmla="*/ 1627393 h 1950394"/>
              <a:gd name="connsiteX172" fmla="*/ 653747 w 1950394"/>
              <a:gd name="connsiteY172" fmla="*/ 1622233 h 1950394"/>
              <a:gd name="connsiteX173" fmla="*/ 693478 w 1950394"/>
              <a:gd name="connsiteY173" fmla="*/ 1568571 h 1950394"/>
              <a:gd name="connsiteX174" fmla="*/ 711537 w 1950394"/>
              <a:gd name="connsiteY174" fmla="*/ 1564959 h 1950394"/>
              <a:gd name="connsiteX175" fmla="*/ 743528 w 1950394"/>
              <a:gd name="connsiteY175" fmla="*/ 1578375 h 1950394"/>
              <a:gd name="connsiteX176" fmla="*/ 753847 w 1950394"/>
              <a:gd name="connsiteY176" fmla="*/ 1593854 h 1950394"/>
              <a:gd name="connsiteX177" fmla="*/ 744044 w 1950394"/>
              <a:gd name="connsiteY177" fmla="*/ 1658351 h 1950394"/>
              <a:gd name="connsiteX178" fmla="*/ 752299 w 1950394"/>
              <a:gd name="connsiteY178" fmla="*/ 1673831 h 1950394"/>
              <a:gd name="connsiteX179" fmla="*/ 818344 w 1950394"/>
              <a:gd name="connsiteY179" fmla="*/ 1691374 h 1950394"/>
              <a:gd name="connsiteX180" fmla="*/ 832276 w 1950394"/>
              <a:gd name="connsiteY180" fmla="*/ 1682602 h 1950394"/>
              <a:gd name="connsiteX181" fmla="*/ 857043 w 1950394"/>
              <a:gd name="connsiteY181" fmla="*/ 1619653 h 1950394"/>
              <a:gd name="connsiteX182" fmla="*/ 868910 w 1950394"/>
              <a:gd name="connsiteY182" fmla="*/ 1612429 h 1950394"/>
              <a:gd name="connsiteX183" fmla="*/ 908640 w 1950394"/>
              <a:gd name="connsiteY183" fmla="*/ 1617589 h 1950394"/>
              <a:gd name="connsiteX184" fmla="*/ 922056 w 1950394"/>
              <a:gd name="connsiteY184" fmla="*/ 1630488 h 1950394"/>
              <a:gd name="connsiteX185" fmla="*/ 929279 w 1950394"/>
              <a:gd name="connsiteY185" fmla="*/ 1692922 h 1950394"/>
              <a:gd name="connsiteX186" fmla="*/ 942695 w 1950394"/>
              <a:gd name="connsiteY186" fmla="*/ 1707369 h 1950394"/>
              <a:gd name="connsiteX187" fmla="*/ 1007192 w 1950394"/>
              <a:gd name="connsiteY187" fmla="*/ 1707369 h 1950394"/>
              <a:gd name="connsiteX188" fmla="*/ 1020607 w 1950394"/>
              <a:gd name="connsiteY188" fmla="*/ 1692406 h 1950394"/>
              <a:gd name="connsiteX189" fmla="*/ 1028347 w 1950394"/>
              <a:gd name="connsiteY189" fmla="*/ 1628941 h 1950394"/>
              <a:gd name="connsiteX190" fmla="*/ 1040215 w 1950394"/>
              <a:gd name="connsiteY190" fmla="*/ 1617589 h 1950394"/>
              <a:gd name="connsiteX191" fmla="*/ 1078397 w 1950394"/>
              <a:gd name="connsiteY191" fmla="*/ 1612429 h 1950394"/>
              <a:gd name="connsiteX192" fmla="*/ 1092844 w 1950394"/>
              <a:gd name="connsiteY192" fmla="*/ 1619653 h 1950394"/>
              <a:gd name="connsiteX193" fmla="*/ 1117095 w 1950394"/>
              <a:gd name="connsiteY193" fmla="*/ 1681570 h 1950394"/>
              <a:gd name="connsiteX194" fmla="*/ 1130511 w 1950394"/>
              <a:gd name="connsiteY194" fmla="*/ 1690858 h 1950394"/>
              <a:gd name="connsiteX195" fmla="*/ 1196556 w 1950394"/>
              <a:gd name="connsiteY195" fmla="*/ 1673315 h 1950394"/>
              <a:gd name="connsiteX196" fmla="*/ 1204811 w 1950394"/>
              <a:gd name="connsiteY196" fmla="*/ 1656803 h 1950394"/>
              <a:gd name="connsiteX197" fmla="*/ 1198104 w 1950394"/>
              <a:gd name="connsiteY197" fmla="*/ 1613977 h 1950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50394" h="1950394">
                <a:moveTo>
                  <a:pt x="977265" y="1954006"/>
                </a:moveTo>
                <a:cubicBezTo>
                  <a:pt x="444261" y="1950394"/>
                  <a:pt x="1552" y="1529873"/>
                  <a:pt x="4" y="977261"/>
                </a:cubicBezTo>
                <a:cubicBezTo>
                  <a:pt x="-1544" y="439613"/>
                  <a:pt x="427749" y="0"/>
                  <a:pt x="976749" y="0"/>
                </a:cubicBezTo>
                <a:cubicBezTo>
                  <a:pt x="1519041" y="0"/>
                  <a:pt x="1952978" y="432905"/>
                  <a:pt x="1953494" y="976229"/>
                </a:cubicBezTo>
                <a:cubicBezTo>
                  <a:pt x="1953494" y="1512846"/>
                  <a:pt x="1525749" y="1948330"/>
                  <a:pt x="977265" y="1954006"/>
                </a:cubicBezTo>
                <a:close/>
                <a:moveTo>
                  <a:pt x="1198104" y="1613977"/>
                </a:moveTo>
                <a:cubicBezTo>
                  <a:pt x="1198104" y="1578891"/>
                  <a:pt x="1194492" y="1586630"/>
                  <a:pt x="1221839" y="1574763"/>
                </a:cubicBezTo>
                <a:cubicBezTo>
                  <a:pt x="1228030" y="1572183"/>
                  <a:pt x="1234738" y="1569603"/>
                  <a:pt x="1240930" y="1566507"/>
                </a:cubicBezTo>
                <a:cubicBezTo>
                  <a:pt x="1247637" y="1562896"/>
                  <a:pt x="1252797" y="1563927"/>
                  <a:pt x="1257957" y="1569603"/>
                </a:cubicBezTo>
                <a:cubicBezTo>
                  <a:pt x="1272920" y="1586630"/>
                  <a:pt x="1290464" y="1602110"/>
                  <a:pt x="1298203" y="1624297"/>
                </a:cubicBezTo>
                <a:cubicBezTo>
                  <a:pt x="1300783" y="1631520"/>
                  <a:pt x="1304395" y="1633068"/>
                  <a:pt x="1311619" y="1629456"/>
                </a:cubicBezTo>
                <a:cubicBezTo>
                  <a:pt x="1333290" y="1618105"/>
                  <a:pt x="1354445" y="1605722"/>
                  <a:pt x="1375084" y="1592822"/>
                </a:cubicBezTo>
                <a:cubicBezTo>
                  <a:pt x="1382824" y="1588178"/>
                  <a:pt x="1381791" y="1584051"/>
                  <a:pt x="1377148" y="1578891"/>
                </a:cubicBezTo>
                <a:cubicBezTo>
                  <a:pt x="1361152" y="1560832"/>
                  <a:pt x="1356509" y="1537613"/>
                  <a:pt x="1349285" y="1515426"/>
                </a:cubicBezTo>
                <a:cubicBezTo>
                  <a:pt x="1347221" y="1509750"/>
                  <a:pt x="1348253" y="1505622"/>
                  <a:pt x="1353413" y="1502010"/>
                </a:cubicBezTo>
                <a:cubicBezTo>
                  <a:pt x="1364248" y="1493754"/>
                  <a:pt x="1375600" y="1485499"/>
                  <a:pt x="1385919" y="1476727"/>
                </a:cubicBezTo>
                <a:cubicBezTo>
                  <a:pt x="1391079" y="1472600"/>
                  <a:pt x="1395723" y="1473115"/>
                  <a:pt x="1400883" y="1476727"/>
                </a:cubicBezTo>
                <a:cubicBezTo>
                  <a:pt x="1419458" y="1489111"/>
                  <a:pt x="1440097" y="1498914"/>
                  <a:pt x="1452996" y="1518005"/>
                </a:cubicBezTo>
                <a:cubicBezTo>
                  <a:pt x="1457640" y="1525229"/>
                  <a:pt x="1463316" y="1525745"/>
                  <a:pt x="1470024" y="1519553"/>
                </a:cubicBezTo>
                <a:cubicBezTo>
                  <a:pt x="1487051" y="1503558"/>
                  <a:pt x="1503562" y="1487047"/>
                  <a:pt x="1519041" y="1470535"/>
                </a:cubicBezTo>
                <a:cubicBezTo>
                  <a:pt x="1525233" y="1464344"/>
                  <a:pt x="1525749" y="1458668"/>
                  <a:pt x="1518010" y="1453508"/>
                </a:cubicBezTo>
                <a:cubicBezTo>
                  <a:pt x="1498402" y="1440093"/>
                  <a:pt x="1488599" y="1418938"/>
                  <a:pt x="1475699" y="1400363"/>
                </a:cubicBezTo>
                <a:cubicBezTo>
                  <a:pt x="1472088" y="1395203"/>
                  <a:pt x="1472088" y="1391075"/>
                  <a:pt x="1476215" y="1386431"/>
                </a:cubicBezTo>
                <a:cubicBezTo>
                  <a:pt x="1484987" y="1375596"/>
                  <a:pt x="1493243" y="1364760"/>
                  <a:pt x="1501498" y="1353925"/>
                </a:cubicBezTo>
                <a:cubicBezTo>
                  <a:pt x="1505626" y="1348249"/>
                  <a:pt x="1510270" y="1348249"/>
                  <a:pt x="1515946" y="1349797"/>
                </a:cubicBezTo>
                <a:cubicBezTo>
                  <a:pt x="1538133" y="1357020"/>
                  <a:pt x="1560836" y="1362180"/>
                  <a:pt x="1579411" y="1377660"/>
                </a:cubicBezTo>
                <a:cubicBezTo>
                  <a:pt x="1584571" y="1382303"/>
                  <a:pt x="1588182" y="1382303"/>
                  <a:pt x="1592310" y="1375596"/>
                </a:cubicBezTo>
                <a:cubicBezTo>
                  <a:pt x="1605210" y="1354441"/>
                  <a:pt x="1617593" y="1333801"/>
                  <a:pt x="1628945" y="1312130"/>
                </a:cubicBezTo>
                <a:cubicBezTo>
                  <a:pt x="1632557" y="1304907"/>
                  <a:pt x="1631009" y="1300779"/>
                  <a:pt x="1623785" y="1298199"/>
                </a:cubicBezTo>
                <a:cubicBezTo>
                  <a:pt x="1605726" y="1291491"/>
                  <a:pt x="1591794" y="1278592"/>
                  <a:pt x="1577863" y="1265692"/>
                </a:cubicBezTo>
                <a:cubicBezTo>
                  <a:pt x="1560320" y="1248665"/>
                  <a:pt x="1560836" y="1253309"/>
                  <a:pt x="1571155" y="1230090"/>
                </a:cubicBezTo>
                <a:cubicBezTo>
                  <a:pt x="1574251" y="1222866"/>
                  <a:pt x="1577347" y="1215643"/>
                  <a:pt x="1579927" y="1208419"/>
                </a:cubicBezTo>
                <a:cubicBezTo>
                  <a:pt x="1582507" y="1200163"/>
                  <a:pt x="1587667" y="1197583"/>
                  <a:pt x="1596438" y="1197583"/>
                </a:cubicBezTo>
                <a:cubicBezTo>
                  <a:pt x="1618625" y="1198100"/>
                  <a:pt x="1640296" y="1197583"/>
                  <a:pt x="1660935" y="1207387"/>
                </a:cubicBezTo>
                <a:cubicBezTo>
                  <a:pt x="1668159" y="1210483"/>
                  <a:pt x="1672287" y="1209967"/>
                  <a:pt x="1675383" y="1201195"/>
                </a:cubicBezTo>
                <a:cubicBezTo>
                  <a:pt x="1682090" y="1178492"/>
                  <a:pt x="1688282" y="1155789"/>
                  <a:pt x="1693442" y="1132570"/>
                </a:cubicBezTo>
                <a:cubicBezTo>
                  <a:pt x="1695506" y="1123283"/>
                  <a:pt x="1692926" y="1119671"/>
                  <a:pt x="1684154" y="1119155"/>
                </a:cubicBezTo>
                <a:cubicBezTo>
                  <a:pt x="1660935" y="1117091"/>
                  <a:pt x="1641328" y="1104192"/>
                  <a:pt x="1621205" y="1093872"/>
                </a:cubicBezTo>
                <a:cubicBezTo>
                  <a:pt x="1616561" y="1091808"/>
                  <a:pt x="1613465" y="1088712"/>
                  <a:pt x="1614497" y="1083037"/>
                </a:cubicBezTo>
                <a:cubicBezTo>
                  <a:pt x="1616561" y="1069621"/>
                  <a:pt x="1618625" y="1055690"/>
                  <a:pt x="1620173" y="1042274"/>
                </a:cubicBezTo>
                <a:cubicBezTo>
                  <a:pt x="1621205" y="1034535"/>
                  <a:pt x="1625333" y="1031439"/>
                  <a:pt x="1632557" y="1029891"/>
                </a:cubicBezTo>
                <a:cubicBezTo>
                  <a:pt x="1653712" y="1025763"/>
                  <a:pt x="1673835" y="1018539"/>
                  <a:pt x="1696022" y="1022667"/>
                </a:cubicBezTo>
                <a:cubicBezTo>
                  <a:pt x="1704793" y="1024215"/>
                  <a:pt x="1708921" y="1020603"/>
                  <a:pt x="1709437" y="1010800"/>
                </a:cubicBezTo>
                <a:cubicBezTo>
                  <a:pt x="1710469" y="988612"/>
                  <a:pt x="1710985" y="966426"/>
                  <a:pt x="1709437" y="943723"/>
                </a:cubicBezTo>
                <a:cubicBezTo>
                  <a:pt x="1708921" y="933403"/>
                  <a:pt x="1704793" y="929791"/>
                  <a:pt x="1694990" y="931339"/>
                </a:cubicBezTo>
                <a:cubicBezTo>
                  <a:pt x="1680026" y="933919"/>
                  <a:pt x="1665063" y="931855"/>
                  <a:pt x="1650616" y="928243"/>
                </a:cubicBezTo>
                <a:cubicBezTo>
                  <a:pt x="1619141" y="919988"/>
                  <a:pt x="1621205" y="928243"/>
                  <a:pt x="1618109" y="892125"/>
                </a:cubicBezTo>
                <a:cubicBezTo>
                  <a:pt x="1617593" y="885933"/>
                  <a:pt x="1616561" y="880257"/>
                  <a:pt x="1615013" y="874582"/>
                </a:cubicBezTo>
                <a:cubicBezTo>
                  <a:pt x="1612949" y="866842"/>
                  <a:pt x="1616561" y="862714"/>
                  <a:pt x="1622753" y="859102"/>
                </a:cubicBezTo>
                <a:cubicBezTo>
                  <a:pt x="1642876" y="849299"/>
                  <a:pt x="1661967" y="836915"/>
                  <a:pt x="1684670" y="834851"/>
                </a:cubicBezTo>
                <a:cubicBezTo>
                  <a:pt x="1692410" y="834335"/>
                  <a:pt x="1696022" y="830724"/>
                  <a:pt x="1693442" y="821952"/>
                </a:cubicBezTo>
                <a:cubicBezTo>
                  <a:pt x="1687766" y="799249"/>
                  <a:pt x="1682090" y="776030"/>
                  <a:pt x="1674867" y="753327"/>
                </a:cubicBezTo>
                <a:cubicBezTo>
                  <a:pt x="1671771" y="744039"/>
                  <a:pt x="1667643" y="743007"/>
                  <a:pt x="1659903" y="746619"/>
                </a:cubicBezTo>
                <a:cubicBezTo>
                  <a:pt x="1638748" y="756423"/>
                  <a:pt x="1616561" y="755907"/>
                  <a:pt x="1594374" y="756423"/>
                </a:cubicBezTo>
                <a:cubicBezTo>
                  <a:pt x="1587667" y="756423"/>
                  <a:pt x="1583023" y="754359"/>
                  <a:pt x="1580443" y="747651"/>
                </a:cubicBezTo>
                <a:cubicBezTo>
                  <a:pt x="1575799" y="735784"/>
                  <a:pt x="1571155" y="724432"/>
                  <a:pt x="1565995" y="713081"/>
                </a:cubicBezTo>
                <a:cubicBezTo>
                  <a:pt x="1562900" y="705857"/>
                  <a:pt x="1564448" y="701213"/>
                  <a:pt x="1570123" y="696054"/>
                </a:cubicBezTo>
                <a:cubicBezTo>
                  <a:pt x="1586635" y="681090"/>
                  <a:pt x="1602114" y="664579"/>
                  <a:pt x="1623269" y="656323"/>
                </a:cubicBezTo>
                <a:cubicBezTo>
                  <a:pt x="1631009" y="653227"/>
                  <a:pt x="1632557" y="649616"/>
                  <a:pt x="1628429" y="641876"/>
                </a:cubicBezTo>
                <a:cubicBezTo>
                  <a:pt x="1617077" y="620721"/>
                  <a:pt x="1605210" y="599566"/>
                  <a:pt x="1592310" y="579443"/>
                </a:cubicBezTo>
                <a:cubicBezTo>
                  <a:pt x="1587667" y="572219"/>
                  <a:pt x="1584055" y="572219"/>
                  <a:pt x="1578379" y="576863"/>
                </a:cubicBezTo>
                <a:cubicBezTo>
                  <a:pt x="1564963" y="587698"/>
                  <a:pt x="1548968" y="594406"/>
                  <a:pt x="1532457" y="599050"/>
                </a:cubicBezTo>
                <a:cubicBezTo>
                  <a:pt x="1499950" y="607821"/>
                  <a:pt x="1510270" y="610917"/>
                  <a:pt x="1490147" y="585118"/>
                </a:cubicBezTo>
                <a:cubicBezTo>
                  <a:pt x="1486019" y="579443"/>
                  <a:pt x="1481891" y="574283"/>
                  <a:pt x="1477247" y="569123"/>
                </a:cubicBezTo>
                <a:cubicBezTo>
                  <a:pt x="1472088" y="563447"/>
                  <a:pt x="1472088" y="558288"/>
                  <a:pt x="1476731" y="552096"/>
                </a:cubicBezTo>
                <a:cubicBezTo>
                  <a:pt x="1489115" y="533521"/>
                  <a:pt x="1498918" y="513397"/>
                  <a:pt x="1518525" y="499982"/>
                </a:cubicBezTo>
                <a:cubicBezTo>
                  <a:pt x="1525233" y="495338"/>
                  <a:pt x="1525233" y="490178"/>
                  <a:pt x="1519557" y="483987"/>
                </a:cubicBezTo>
                <a:cubicBezTo>
                  <a:pt x="1503562" y="466960"/>
                  <a:pt x="1487051" y="450448"/>
                  <a:pt x="1470540" y="434453"/>
                </a:cubicBezTo>
                <a:cubicBezTo>
                  <a:pt x="1463316" y="427745"/>
                  <a:pt x="1458156" y="428261"/>
                  <a:pt x="1452480" y="436001"/>
                </a:cubicBezTo>
                <a:cubicBezTo>
                  <a:pt x="1443709" y="448384"/>
                  <a:pt x="1431841" y="457672"/>
                  <a:pt x="1418942" y="465412"/>
                </a:cubicBezTo>
                <a:cubicBezTo>
                  <a:pt x="1393143" y="481407"/>
                  <a:pt x="1393143" y="481407"/>
                  <a:pt x="1369408" y="463348"/>
                </a:cubicBezTo>
                <a:cubicBezTo>
                  <a:pt x="1364764" y="459736"/>
                  <a:pt x="1360121" y="455608"/>
                  <a:pt x="1354961" y="452512"/>
                </a:cubicBezTo>
                <a:cubicBezTo>
                  <a:pt x="1348253" y="448384"/>
                  <a:pt x="1347221" y="443225"/>
                  <a:pt x="1349801" y="436001"/>
                </a:cubicBezTo>
                <a:cubicBezTo>
                  <a:pt x="1357025" y="414330"/>
                  <a:pt x="1361668" y="391627"/>
                  <a:pt x="1377148" y="374084"/>
                </a:cubicBezTo>
                <a:cubicBezTo>
                  <a:pt x="1382307" y="368408"/>
                  <a:pt x="1381276" y="364280"/>
                  <a:pt x="1374052" y="360152"/>
                </a:cubicBezTo>
                <a:cubicBezTo>
                  <a:pt x="1353929" y="347769"/>
                  <a:pt x="1333806" y="335385"/>
                  <a:pt x="1312651" y="324550"/>
                </a:cubicBezTo>
                <a:cubicBezTo>
                  <a:pt x="1304911" y="320422"/>
                  <a:pt x="1299751" y="320422"/>
                  <a:pt x="1296655" y="329193"/>
                </a:cubicBezTo>
                <a:cubicBezTo>
                  <a:pt x="1288916" y="350865"/>
                  <a:pt x="1271888" y="365828"/>
                  <a:pt x="1256925" y="382855"/>
                </a:cubicBezTo>
                <a:cubicBezTo>
                  <a:pt x="1251249" y="389047"/>
                  <a:pt x="1246090" y="389563"/>
                  <a:pt x="1238866" y="386467"/>
                </a:cubicBezTo>
                <a:cubicBezTo>
                  <a:pt x="1228546" y="381307"/>
                  <a:pt x="1217711" y="377179"/>
                  <a:pt x="1206875" y="373052"/>
                </a:cubicBezTo>
                <a:cubicBezTo>
                  <a:pt x="1199136" y="370472"/>
                  <a:pt x="1196556" y="365312"/>
                  <a:pt x="1196556" y="357572"/>
                </a:cubicBezTo>
                <a:cubicBezTo>
                  <a:pt x="1197072" y="335385"/>
                  <a:pt x="1196556" y="313714"/>
                  <a:pt x="1206359" y="293075"/>
                </a:cubicBezTo>
                <a:cubicBezTo>
                  <a:pt x="1209971" y="285335"/>
                  <a:pt x="1208939" y="280692"/>
                  <a:pt x="1199652" y="278112"/>
                </a:cubicBezTo>
                <a:cubicBezTo>
                  <a:pt x="1176949" y="271404"/>
                  <a:pt x="1154246" y="265212"/>
                  <a:pt x="1131027" y="259537"/>
                </a:cubicBezTo>
                <a:cubicBezTo>
                  <a:pt x="1122255" y="257473"/>
                  <a:pt x="1119159" y="260569"/>
                  <a:pt x="1118127" y="268308"/>
                </a:cubicBezTo>
                <a:cubicBezTo>
                  <a:pt x="1116063" y="291527"/>
                  <a:pt x="1103164" y="311134"/>
                  <a:pt x="1093360" y="331258"/>
                </a:cubicBezTo>
                <a:cubicBezTo>
                  <a:pt x="1090780" y="336933"/>
                  <a:pt x="1086653" y="339513"/>
                  <a:pt x="1079945" y="338481"/>
                </a:cubicBezTo>
                <a:cubicBezTo>
                  <a:pt x="1067561" y="336417"/>
                  <a:pt x="1055178" y="334869"/>
                  <a:pt x="1042794" y="333837"/>
                </a:cubicBezTo>
                <a:cubicBezTo>
                  <a:pt x="1034539" y="332805"/>
                  <a:pt x="1029895" y="329193"/>
                  <a:pt x="1028347" y="320422"/>
                </a:cubicBezTo>
                <a:cubicBezTo>
                  <a:pt x="1024735" y="299783"/>
                  <a:pt x="1016996" y="279660"/>
                  <a:pt x="1021123" y="257989"/>
                </a:cubicBezTo>
                <a:cubicBezTo>
                  <a:pt x="1022671" y="248701"/>
                  <a:pt x="1019059" y="244057"/>
                  <a:pt x="1008740" y="243541"/>
                </a:cubicBezTo>
                <a:cubicBezTo>
                  <a:pt x="986553" y="242509"/>
                  <a:pt x="964366" y="242509"/>
                  <a:pt x="941663" y="243541"/>
                </a:cubicBezTo>
                <a:cubicBezTo>
                  <a:pt x="931859" y="244057"/>
                  <a:pt x="928247" y="248185"/>
                  <a:pt x="929795" y="256957"/>
                </a:cubicBezTo>
                <a:cubicBezTo>
                  <a:pt x="933923" y="279144"/>
                  <a:pt x="926184" y="299267"/>
                  <a:pt x="922572" y="320422"/>
                </a:cubicBezTo>
                <a:cubicBezTo>
                  <a:pt x="921024" y="328678"/>
                  <a:pt x="916896" y="332290"/>
                  <a:pt x="909156" y="333321"/>
                </a:cubicBezTo>
                <a:cubicBezTo>
                  <a:pt x="896773" y="334869"/>
                  <a:pt x="884389" y="335901"/>
                  <a:pt x="872006" y="337965"/>
                </a:cubicBezTo>
                <a:cubicBezTo>
                  <a:pt x="864782" y="339513"/>
                  <a:pt x="860654" y="336933"/>
                  <a:pt x="857559" y="330226"/>
                </a:cubicBezTo>
                <a:cubicBezTo>
                  <a:pt x="847755" y="310102"/>
                  <a:pt x="835371" y="291527"/>
                  <a:pt x="833308" y="268308"/>
                </a:cubicBezTo>
                <a:cubicBezTo>
                  <a:pt x="832276" y="259537"/>
                  <a:pt x="828664" y="256957"/>
                  <a:pt x="819892" y="259021"/>
                </a:cubicBezTo>
                <a:cubicBezTo>
                  <a:pt x="797705" y="264180"/>
                  <a:pt x="775518" y="269856"/>
                  <a:pt x="753847" y="276564"/>
                </a:cubicBezTo>
                <a:cubicBezTo>
                  <a:pt x="744044" y="279660"/>
                  <a:pt x="740948" y="283272"/>
                  <a:pt x="745591" y="293075"/>
                </a:cubicBezTo>
                <a:cubicBezTo>
                  <a:pt x="751783" y="308039"/>
                  <a:pt x="754879" y="323518"/>
                  <a:pt x="754879" y="339513"/>
                </a:cubicBezTo>
                <a:cubicBezTo>
                  <a:pt x="754879" y="367892"/>
                  <a:pt x="755395" y="367892"/>
                  <a:pt x="728564" y="378728"/>
                </a:cubicBezTo>
                <a:cubicBezTo>
                  <a:pt x="722888" y="380791"/>
                  <a:pt x="717213" y="383371"/>
                  <a:pt x="712053" y="385951"/>
                </a:cubicBezTo>
                <a:cubicBezTo>
                  <a:pt x="705345" y="389563"/>
                  <a:pt x="700185" y="388531"/>
                  <a:pt x="695026" y="382855"/>
                </a:cubicBezTo>
                <a:cubicBezTo>
                  <a:pt x="679546" y="365828"/>
                  <a:pt x="662519" y="350349"/>
                  <a:pt x="654779" y="328161"/>
                </a:cubicBezTo>
                <a:cubicBezTo>
                  <a:pt x="652200" y="320938"/>
                  <a:pt x="648588" y="319390"/>
                  <a:pt x="641364" y="323002"/>
                </a:cubicBezTo>
                <a:cubicBezTo>
                  <a:pt x="619693" y="334353"/>
                  <a:pt x="598538" y="346737"/>
                  <a:pt x="577899" y="359636"/>
                </a:cubicBezTo>
                <a:cubicBezTo>
                  <a:pt x="571707" y="363248"/>
                  <a:pt x="570159" y="366860"/>
                  <a:pt x="574803" y="372536"/>
                </a:cubicBezTo>
                <a:cubicBezTo>
                  <a:pt x="590798" y="390595"/>
                  <a:pt x="595958" y="413298"/>
                  <a:pt x="602666" y="435485"/>
                </a:cubicBezTo>
                <a:cubicBezTo>
                  <a:pt x="604730" y="442193"/>
                  <a:pt x="604214" y="446836"/>
                  <a:pt x="598022" y="450964"/>
                </a:cubicBezTo>
                <a:cubicBezTo>
                  <a:pt x="587702" y="458188"/>
                  <a:pt x="577383" y="466444"/>
                  <a:pt x="567579" y="474699"/>
                </a:cubicBezTo>
                <a:cubicBezTo>
                  <a:pt x="561388" y="479859"/>
                  <a:pt x="556744" y="478827"/>
                  <a:pt x="550552" y="474699"/>
                </a:cubicBezTo>
                <a:cubicBezTo>
                  <a:pt x="531977" y="462316"/>
                  <a:pt x="511854" y="451996"/>
                  <a:pt x="498438" y="432905"/>
                </a:cubicBezTo>
                <a:cubicBezTo>
                  <a:pt x="494310" y="426713"/>
                  <a:pt x="489151" y="426197"/>
                  <a:pt x="483475" y="431357"/>
                </a:cubicBezTo>
                <a:cubicBezTo>
                  <a:pt x="465932" y="447352"/>
                  <a:pt x="448904" y="464895"/>
                  <a:pt x="432393" y="482439"/>
                </a:cubicBezTo>
                <a:cubicBezTo>
                  <a:pt x="427233" y="488114"/>
                  <a:pt x="426717" y="493274"/>
                  <a:pt x="433425" y="497402"/>
                </a:cubicBezTo>
                <a:cubicBezTo>
                  <a:pt x="453032" y="510818"/>
                  <a:pt x="462836" y="531457"/>
                  <a:pt x="475735" y="550032"/>
                </a:cubicBezTo>
                <a:cubicBezTo>
                  <a:pt x="479863" y="555708"/>
                  <a:pt x="479863" y="560867"/>
                  <a:pt x="475219" y="566027"/>
                </a:cubicBezTo>
                <a:cubicBezTo>
                  <a:pt x="466964" y="576347"/>
                  <a:pt x="458708" y="587182"/>
                  <a:pt x="450968" y="597502"/>
                </a:cubicBezTo>
                <a:cubicBezTo>
                  <a:pt x="447357" y="602146"/>
                  <a:pt x="443745" y="603694"/>
                  <a:pt x="437553" y="601629"/>
                </a:cubicBezTo>
                <a:cubicBezTo>
                  <a:pt x="414850" y="594406"/>
                  <a:pt x="391631" y="589246"/>
                  <a:pt x="373056" y="573251"/>
                </a:cubicBezTo>
                <a:cubicBezTo>
                  <a:pt x="367896" y="568607"/>
                  <a:pt x="363768" y="568607"/>
                  <a:pt x="360156" y="575315"/>
                </a:cubicBezTo>
                <a:cubicBezTo>
                  <a:pt x="347257" y="596470"/>
                  <a:pt x="334358" y="617109"/>
                  <a:pt x="323522" y="638780"/>
                </a:cubicBezTo>
                <a:cubicBezTo>
                  <a:pt x="319910" y="646004"/>
                  <a:pt x="320942" y="650131"/>
                  <a:pt x="328166" y="652711"/>
                </a:cubicBezTo>
                <a:cubicBezTo>
                  <a:pt x="346225" y="659419"/>
                  <a:pt x="360672" y="672318"/>
                  <a:pt x="374088" y="685218"/>
                </a:cubicBezTo>
                <a:cubicBezTo>
                  <a:pt x="392147" y="702245"/>
                  <a:pt x="391115" y="698117"/>
                  <a:pt x="380795" y="720820"/>
                </a:cubicBezTo>
                <a:cubicBezTo>
                  <a:pt x="377700" y="728044"/>
                  <a:pt x="374604" y="735268"/>
                  <a:pt x="372024" y="742492"/>
                </a:cubicBezTo>
                <a:cubicBezTo>
                  <a:pt x="369444" y="750747"/>
                  <a:pt x="364284" y="753327"/>
                  <a:pt x="355513" y="753327"/>
                </a:cubicBezTo>
                <a:cubicBezTo>
                  <a:pt x="333326" y="752811"/>
                  <a:pt x="311655" y="753327"/>
                  <a:pt x="291015" y="743523"/>
                </a:cubicBezTo>
                <a:cubicBezTo>
                  <a:pt x="282760" y="739396"/>
                  <a:pt x="279148" y="742492"/>
                  <a:pt x="276568" y="751263"/>
                </a:cubicBezTo>
                <a:cubicBezTo>
                  <a:pt x="269860" y="773450"/>
                  <a:pt x="264185" y="796153"/>
                  <a:pt x="258509" y="818340"/>
                </a:cubicBezTo>
                <a:cubicBezTo>
                  <a:pt x="256445" y="827628"/>
                  <a:pt x="259025" y="831239"/>
                  <a:pt x="267796" y="831756"/>
                </a:cubicBezTo>
                <a:cubicBezTo>
                  <a:pt x="291015" y="833819"/>
                  <a:pt x="310623" y="846719"/>
                  <a:pt x="330746" y="857038"/>
                </a:cubicBezTo>
                <a:cubicBezTo>
                  <a:pt x="335905" y="859618"/>
                  <a:pt x="338485" y="863230"/>
                  <a:pt x="337453" y="869422"/>
                </a:cubicBezTo>
                <a:cubicBezTo>
                  <a:pt x="335389" y="881805"/>
                  <a:pt x="333842" y="894189"/>
                  <a:pt x="332810" y="906572"/>
                </a:cubicBezTo>
                <a:cubicBezTo>
                  <a:pt x="331778" y="915344"/>
                  <a:pt x="328166" y="919988"/>
                  <a:pt x="318878" y="922052"/>
                </a:cubicBezTo>
                <a:cubicBezTo>
                  <a:pt x="298239" y="925664"/>
                  <a:pt x="278116" y="932887"/>
                  <a:pt x="256445" y="929275"/>
                </a:cubicBezTo>
                <a:cubicBezTo>
                  <a:pt x="246125" y="927211"/>
                  <a:pt x="243029" y="932371"/>
                  <a:pt x="242514" y="942175"/>
                </a:cubicBezTo>
                <a:cubicBezTo>
                  <a:pt x="241482" y="963846"/>
                  <a:pt x="241482" y="985001"/>
                  <a:pt x="242514" y="1006672"/>
                </a:cubicBezTo>
                <a:cubicBezTo>
                  <a:pt x="243029" y="1018023"/>
                  <a:pt x="247157" y="1022667"/>
                  <a:pt x="257993" y="1020603"/>
                </a:cubicBezTo>
                <a:cubicBezTo>
                  <a:pt x="280180" y="1016475"/>
                  <a:pt x="300303" y="1024731"/>
                  <a:pt x="321458" y="1028343"/>
                </a:cubicBezTo>
                <a:cubicBezTo>
                  <a:pt x="327650" y="1029375"/>
                  <a:pt x="331262" y="1032987"/>
                  <a:pt x="331778" y="1039694"/>
                </a:cubicBezTo>
                <a:cubicBezTo>
                  <a:pt x="333326" y="1052594"/>
                  <a:pt x="334358" y="1065493"/>
                  <a:pt x="336937" y="1077877"/>
                </a:cubicBezTo>
                <a:cubicBezTo>
                  <a:pt x="338485" y="1085617"/>
                  <a:pt x="335905" y="1089744"/>
                  <a:pt x="329198" y="1093356"/>
                </a:cubicBezTo>
                <a:cubicBezTo>
                  <a:pt x="309075" y="1103676"/>
                  <a:pt x="289467" y="1115543"/>
                  <a:pt x="265733" y="1117607"/>
                </a:cubicBezTo>
                <a:cubicBezTo>
                  <a:pt x="257993" y="1118123"/>
                  <a:pt x="255929" y="1122251"/>
                  <a:pt x="257993" y="1129990"/>
                </a:cubicBezTo>
                <a:cubicBezTo>
                  <a:pt x="263669" y="1153209"/>
                  <a:pt x="269344" y="1175913"/>
                  <a:pt x="276568" y="1198615"/>
                </a:cubicBezTo>
                <a:cubicBezTo>
                  <a:pt x="279148" y="1207903"/>
                  <a:pt x="283276" y="1209451"/>
                  <a:pt x="291531" y="1205839"/>
                </a:cubicBezTo>
                <a:cubicBezTo>
                  <a:pt x="308559" y="1198100"/>
                  <a:pt x="327134" y="1196035"/>
                  <a:pt x="345709" y="1196035"/>
                </a:cubicBezTo>
                <a:cubicBezTo>
                  <a:pt x="371508" y="1196035"/>
                  <a:pt x="366348" y="1193456"/>
                  <a:pt x="375636" y="1216675"/>
                </a:cubicBezTo>
                <a:cubicBezTo>
                  <a:pt x="378216" y="1223382"/>
                  <a:pt x="380795" y="1230606"/>
                  <a:pt x="384407" y="1236798"/>
                </a:cubicBezTo>
                <a:cubicBezTo>
                  <a:pt x="389051" y="1245569"/>
                  <a:pt x="386987" y="1251761"/>
                  <a:pt x="379764" y="1257953"/>
                </a:cubicBezTo>
                <a:cubicBezTo>
                  <a:pt x="363252" y="1272400"/>
                  <a:pt x="348289" y="1288396"/>
                  <a:pt x="327134" y="1296651"/>
                </a:cubicBezTo>
                <a:cubicBezTo>
                  <a:pt x="319394" y="1299231"/>
                  <a:pt x="319394" y="1303875"/>
                  <a:pt x="322490" y="1310583"/>
                </a:cubicBezTo>
                <a:cubicBezTo>
                  <a:pt x="333842" y="1332254"/>
                  <a:pt x="346225" y="1353409"/>
                  <a:pt x="359124" y="1374048"/>
                </a:cubicBezTo>
                <a:cubicBezTo>
                  <a:pt x="362736" y="1379724"/>
                  <a:pt x="365832" y="1380755"/>
                  <a:pt x="370992" y="1376628"/>
                </a:cubicBezTo>
                <a:cubicBezTo>
                  <a:pt x="389051" y="1361148"/>
                  <a:pt x="412270" y="1355988"/>
                  <a:pt x="433941" y="1348765"/>
                </a:cubicBezTo>
                <a:cubicBezTo>
                  <a:pt x="441165" y="1346185"/>
                  <a:pt x="445809" y="1347217"/>
                  <a:pt x="450452" y="1353925"/>
                </a:cubicBezTo>
                <a:cubicBezTo>
                  <a:pt x="457676" y="1364760"/>
                  <a:pt x="465932" y="1374564"/>
                  <a:pt x="474187" y="1384367"/>
                </a:cubicBezTo>
                <a:cubicBezTo>
                  <a:pt x="478315" y="1389527"/>
                  <a:pt x="478831" y="1393655"/>
                  <a:pt x="475219" y="1399331"/>
                </a:cubicBezTo>
                <a:cubicBezTo>
                  <a:pt x="462320" y="1417906"/>
                  <a:pt x="452516" y="1439061"/>
                  <a:pt x="432909" y="1452476"/>
                </a:cubicBezTo>
                <a:cubicBezTo>
                  <a:pt x="426201" y="1457120"/>
                  <a:pt x="425685" y="1461764"/>
                  <a:pt x="431877" y="1468471"/>
                </a:cubicBezTo>
                <a:cubicBezTo>
                  <a:pt x="447873" y="1486015"/>
                  <a:pt x="464384" y="1502526"/>
                  <a:pt x="481927" y="1518521"/>
                </a:cubicBezTo>
                <a:cubicBezTo>
                  <a:pt x="488119" y="1524197"/>
                  <a:pt x="493279" y="1524197"/>
                  <a:pt x="497922" y="1517489"/>
                </a:cubicBezTo>
                <a:cubicBezTo>
                  <a:pt x="510822" y="1498398"/>
                  <a:pt x="531461" y="1488595"/>
                  <a:pt x="550036" y="1475695"/>
                </a:cubicBezTo>
                <a:cubicBezTo>
                  <a:pt x="556228" y="1471568"/>
                  <a:pt x="561388" y="1471568"/>
                  <a:pt x="567063" y="1476211"/>
                </a:cubicBezTo>
                <a:cubicBezTo>
                  <a:pt x="576867" y="1483951"/>
                  <a:pt x="586670" y="1491690"/>
                  <a:pt x="596474" y="1498914"/>
                </a:cubicBezTo>
                <a:cubicBezTo>
                  <a:pt x="602666" y="1503558"/>
                  <a:pt x="604214" y="1508202"/>
                  <a:pt x="601634" y="1515426"/>
                </a:cubicBezTo>
                <a:cubicBezTo>
                  <a:pt x="594926" y="1537097"/>
                  <a:pt x="589250" y="1559284"/>
                  <a:pt x="574287" y="1577343"/>
                </a:cubicBezTo>
                <a:cubicBezTo>
                  <a:pt x="569127" y="1583018"/>
                  <a:pt x="569643" y="1587146"/>
                  <a:pt x="576867" y="1591274"/>
                </a:cubicBezTo>
                <a:cubicBezTo>
                  <a:pt x="597506" y="1603658"/>
                  <a:pt x="618145" y="1616041"/>
                  <a:pt x="639300" y="1627393"/>
                </a:cubicBezTo>
                <a:cubicBezTo>
                  <a:pt x="647040" y="1631520"/>
                  <a:pt x="651168" y="1629973"/>
                  <a:pt x="653747" y="1622233"/>
                </a:cubicBezTo>
                <a:cubicBezTo>
                  <a:pt x="662003" y="1600562"/>
                  <a:pt x="678514" y="1585598"/>
                  <a:pt x="693478" y="1568571"/>
                </a:cubicBezTo>
                <a:cubicBezTo>
                  <a:pt x="699153" y="1562379"/>
                  <a:pt x="704313" y="1561864"/>
                  <a:pt x="711537" y="1564959"/>
                </a:cubicBezTo>
                <a:cubicBezTo>
                  <a:pt x="721856" y="1570119"/>
                  <a:pt x="732692" y="1574247"/>
                  <a:pt x="743528" y="1578375"/>
                </a:cubicBezTo>
                <a:cubicBezTo>
                  <a:pt x="751267" y="1580955"/>
                  <a:pt x="753847" y="1585598"/>
                  <a:pt x="753847" y="1593854"/>
                </a:cubicBezTo>
                <a:cubicBezTo>
                  <a:pt x="753331" y="1616041"/>
                  <a:pt x="753847" y="1637712"/>
                  <a:pt x="744044" y="1658351"/>
                </a:cubicBezTo>
                <a:cubicBezTo>
                  <a:pt x="739916" y="1667123"/>
                  <a:pt x="743012" y="1671251"/>
                  <a:pt x="752299" y="1673831"/>
                </a:cubicBezTo>
                <a:cubicBezTo>
                  <a:pt x="773970" y="1680538"/>
                  <a:pt x="796157" y="1686214"/>
                  <a:pt x="818344" y="1691374"/>
                </a:cubicBezTo>
                <a:cubicBezTo>
                  <a:pt x="827116" y="1693438"/>
                  <a:pt x="831760" y="1692406"/>
                  <a:pt x="832276" y="1682602"/>
                </a:cubicBezTo>
                <a:cubicBezTo>
                  <a:pt x="834340" y="1659383"/>
                  <a:pt x="846723" y="1639776"/>
                  <a:pt x="857043" y="1619653"/>
                </a:cubicBezTo>
                <a:cubicBezTo>
                  <a:pt x="859622" y="1614493"/>
                  <a:pt x="862718" y="1611397"/>
                  <a:pt x="868910" y="1612429"/>
                </a:cubicBezTo>
                <a:cubicBezTo>
                  <a:pt x="881809" y="1614493"/>
                  <a:pt x="895225" y="1616041"/>
                  <a:pt x="908640" y="1617589"/>
                </a:cubicBezTo>
                <a:cubicBezTo>
                  <a:pt x="916896" y="1618621"/>
                  <a:pt x="920508" y="1622749"/>
                  <a:pt x="922056" y="1630488"/>
                </a:cubicBezTo>
                <a:cubicBezTo>
                  <a:pt x="925668" y="1651128"/>
                  <a:pt x="933407" y="1671251"/>
                  <a:pt x="929279" y="1692922"/>
                </a:cubicBezTo>
                <a:cubicBezTo>
                  <a:pt x="927215" y="1703757"/>
                  <a:pt x="932375" y="1706853"/>
                  <a:pt x="942695" y="1707369"/>
                </a:cubicBezTo>
                <a:cubicBezTo>
                  <a:pt x="964366" y="1708401"/>
                  <a:pt x="985521" y="1708401"/>
                  <a:pt x="1007192" y="1707369"/>
                </a:cubicBezTo>
                <a:cubicBezTo>
                  <a:pt x="1018028" y="1706853"/>
                  <a:pt x="1022155" y="1702725"/>
                  <a:pt x="1020607" y="1692406"/>
                </a:cubicBezTo>
                <a:cubicBezTo>
                  <a:pt x="1016480" y="1670219"/>
                  <a:pt x="1024219" y="1650096"/>
                  <a:pt x="1028347" y="1628941"/>
                </a:cubicBezTo>
                <a:cubicBezTo>
                  <a:pt x="1029379" y="1621717"/>
                  <a:pt x="1033507" y="1618621"/>
                  <a:pt x="1040215" y="1617589"/>
                </a:cubicBezTo>
                <a:cubicBezTo>
                  <a:pt x="1053114" y="1616041"/>
                  <a:pt x="1066013" y="1615009"/>
                  <a:pt x="1078397" y="1612429"/>
                </a:cubicBezTo>
                <a:cubicBezTo>
                  <a:pt x="1085621" y="1611397"/>
                  <a:pt x="1089748" y="1613461"/>
                  <a:pt x="1092844" y="1619653"/>
                </a:cubicBezTo>
                <a:cubicBezTo>
                  <a:pt x="1102648" y="1639776"/>
                  <a:pt x="1115031" y="1658351"/>
                  <a:pt x="1117095" y="1681570"/>
                </a:cubicBezTo>
                <a:cubicBezTo>
                  <a:pt x="1118127" y="1690342"/>
                  <a:pt x="1121739" y="1692922"/>
                  <a:pt x="1130511" y="1690858"/>
                </a:cubicBezTo>
                <a:cubicBezTo>
                  <a:pt x="1152698" y="1685698"/>
                  <a:pt x="1174885" y="1680022"/>
                  <a:pt x="1196556" y="1673315"/>
                </a:cubicBezTo>
                <a:cubicBezTo>
                  <a:pt x="1206359" y="1670219"/>
                  <a:pt x="1209455" y="1666607"/>
                  <a:pt x="1204811" y="1656803"/>
                </a:cubicBezTo>
                <a:cubicBezTo>
                  <a:pt x="1200168" y="1643904"/>
                  <a:pt x="1196556" y="1627393"/>
                  <a:pt x="1198104" y="1613977"/>
                </a:cubicBezTo>
                <a:close/>
              </a:path>
            </a:pathLst>
          </a:custGeom>
          <a:solidFill>
            <a:schemeClr val="bg1"/>
          </a:solidFill>
          <a:ln w="515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54C48116-DF0F-4187-A190-7F66C44BF701}"/>
              </a:ext>
            </a:extLst>
          </p:cNvPr>
          <p:cNvSpPr/>
          <p:nvPr userDrawn="1"/>
        </p:nvSpPr>
        <p:spPr>
          <a:xfrm rot="10800000" flipH="1">
            <a:off x="936003" y="1609750"/>
            <a:ext cx="242109" cy="240845"/>
          </a:xfrm>
          <a:custGeom>
            <a:avLst/>
            <a:gdLst>
              <a:gd name="connsiteX0" fmla="*/ 185362 w 237706"/>
              <a:gd name="connsiteY0" fmla="*/ 130458 h 236466"/>
              <a:gd name="connsiteX1" fmla="*/ 237706 w 237706"/>
              <a:gd name="connsiteY1" fmla="*/ 130458 h 236466"/>
              <a:gd name="connsiteX2" fmla="*/ 234128 w 237706"/>
              <a:gd name="connsiteY2" fmla="*/ 154126 h 236466"/>
              <a:gd name="connsiteX3" fmla="*/ 165835 w 237706"/>
              <a:gd name="connsiteY3" fmla="*/ 229449 h 236466"/>
              <a:gd name="connsiteX4" fmla="*/ 131078 w 237706"/>
              <a:gd name="connsiteY4" fmla="*/ 236466 h 236466"/>
              <a:gd name="connsiteX5" fmla="*/ 131078 w 237706"/>
              <a:gd name="connsiteY5" fmla="*/ 186008 h 236466"/>
              <a:gd name="connsiteX6" fmla="*/ 146195 w 237706"/>
              <a:gd name="connsiteY6" fmla="*/ 182956 h 236466"/>
              <a:gd name="connsiteX7" fmla="*/ 177100 w 237706"/>
              <a:gd name="connsiteY7" fmla="*/ 157507 h 236466"/>
              <a:gd name="connsiteX8" fmla="*/ 0 w 237706"/>
              <a:gd name="connsiteY8" fmla="*/ 130458 h 236466"/>
              <a:gd name="connsiteX9" fmla="*/ 52344 w 237706"/>
              <a:gd name="connsiteY9" fmla="*/ 130458 h 236466"/>
              <a:gd name="connsiteX10" fmla="*/ 60606 w 237706"/>
              <a:gd name="connsiteY10" fmla="*/ 157507 h 236466"/>
              <a:gd name="connsiteX11" fmla="*/ 91511 w 237706"/>
              <a:gd name="connsiteY11" fmla="*/ 182956 h 236466"/>
              <a:gd name="connsiteX12" fmla="*/ 106628 w 237706"/>
              <a:gd name="connsiteY12" fmla="*/ 186008 h 236466"/>
              <a:gd name="connsiteX13" fmla="*/ 106628 w 237706"/>
              <a:gd name="connsiteY13" fmla="*/ 236466 h 236466"/>
              <a:gd name="connsiteX14" fmla="*/ 71871 w 237706"/>
              <a:gd name="connsiteY14" fmla="*/ 229449 h 236466"/>
              <a:gd name="connsiteX15" fmla="*/ 3579 w 237706"/>
              <a:gd name="connsiteY15" fmla="*/ 154126 h 236466"/>
              <a:gd name="connsiteX16" fmla="*/ 131078 w 237706"/>
              <a:gd name="connsiteY16" fmla="*/ 0 h 236466"/>
              <a:gd name="connsiteX17" fmla="*/ 165835 w 237706"/>
              <a:gd name="connsiteY17" fmla="*/ 7017 h 236466"/>
              <a:gd name="connsiteX18" fmla="*/ 234128 w 237706"/>
              <a:gd name="connsiteY18" fmla="*/ 82340 h 236466"/>
              <a:gd name="connsiteX19" fmla="*/ 237706 w 237706"/>
              <a:gd name="connsiteY19" fmla="*/ 106008 h 236466"/>
              <a:gd name="connsiteX20" fmla="*/ 185362 w 237706"/>
              <a:gd name="connsiteY20" fmla="*/ 106008 h 236466"/>
              <a:gd name="connsiteX21" fmla="*/ 177100 w 237706"/>
              <a:gd name="connsiteY21" fmla="*/ 78960 h 236466"/>
              <a:gd name="connsiteX22" fmla="*/ 146195 w 237706"/>
              <a:gd name="connsiteY22" fmla="*/ 53510 h 236466"/>
              <a:gd name="connsiteX23" fmla="*/ 131078 w 237706"/>
              <a:gd name="connsiteY23" fmla="*/ 50458 h 236466"/>
              <a:gd name="connsiteX24" fmla="*/ 106628 w 237706"/>
              <a:gd name="connsiteY24" fmla="*/ 0 h 236466"/>
              <a:gd name="connsiteX25" fmla="*/ 106628 w 237706"/>
              <a:gd name="connsiteY25" fmla="*/ 50458 h 236466"/>
              <a:gd name="connsiteX26" fmla="*/ 91511 w 237706"/>
              <a:gd name="connsiteY26" fmla="*/ 53510 h 236466"/>
              <a:gd name="connsiteX27" fmla="*/ 60606 w 237706"/>
              <a:gd name="connsiteY27" fmla="*/ 78960 h 236466"/>
              <a:gd name="connsiteX28" fmla="*/ 52344 w 237706"/>
              <a:gd name="connsiteY28" fmla="*/ 106008 h 236466"/>
              <a:gd name="connsiteX29" fmla="*/ 0 w 237706"/>
              <a:gd name="connsiteY29" fmla="*/ 106008 h 236466"/>
              <a:gd name="connsiteX30" fmla="*/ 3579 w 237706"/>
              <a:gd name="connsiteY30" fmla="*/ 82340 h 236466"/>
              <a:gd name="connsiteX31" fmla="*/ 71871 w 237706"/>
              <a:gd name="connsiteY31" fmla="*/ 7017 h 23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7706" h="236466">
                <a:moveTo>
                  <a:pt x="185362" y="130458"/>
                </a:moveTo>
                <a:lnTo>
                  <a:pt x="237706" y="130458"/>
                </a:lnTo>
                <a:lnTo>
                  <a:pt x="234128" y="154126"/>
                </a:lnTo>
                <a:cubicBezTo>
                  <a:pt x="223548" y="188141"/>
                  <a:pt x="198326" y="215706"/>
                  <a:pt x="165835" y="229449"/>
                </a:cubicBezTo>
                <a:lnTo>
                  <a:pt x="131078" y="236466"/>
                </a:lnTo>
                <a:lnTo>
                  <a:pt x="131078" y="186008"/>
                </a:lnTo>
                <a:lnTo>
                  <a:pt x="146195" y="182956"/>
                </a:lnTo>
                <a:cubicBezTo>
                  <a:pt x="158800" y="177624"/>
                  <a:pt x="169526" y="168717"/>
                  <a:pt x="177100" y="157507"/>
                </a:cubicBezTo>
                <a:close/>
                <a:moveTo>
                  <a:pt x="0" y="130458"/>
                </a:moveTo>
                <a:lnTo>
                  <a:pt x="52344" y="130458"/>
                </a:lnTo>
                <a:lnTo>
                  <a:pt x="60606" y="157507"/>
                </a:lnTo>
                <a:cubicBezTo>
                  <a:pt x="68180" y="168717"/>
                  <a:pt x="78906" y="177624"/>
                  <a:pt x="91511" y="182956"/>
                </a:cubicBezTo>
                <a:lnTo>
                  <a:pt x="106628" y="186008"/>
                </a:lnTo>
                <a:lnTo>
                  <a:pt x="106628" y="236466"/>
                </a:lnTo>
                <a:lnTo>
                  <a:pt x="71871" y="229449"/>
                </a:lnTo>
                <a:cubicBezTo>
                  <a:pt x="39380" y="215706"/>
                  <a:pt x="14159" y="188141"/>
                  <a:pt x="3579" y="154126"/>
                </a:cubicBezTo>
                <a:close/>
                <a:moveTo>
                  <a:pt x="131078" y="0"/>
                </a:moveTo>
                <a:lnTo>
                  <a:pt x="165835" y="7017"/>
                </a:lnTo>
                <a:cubicBezTo>
                  <a:pt x="198326" y="20760"/>
                  <a:pt x="223548" y="48325"/>
                  <a:pt x="234128" y="82340"/>
                </a:cubicBezTo>
                <a:lnTo>
                  <a:pt x="237706" y="106008"/>
                </a:lnTo>
                <a:lnTo>
                  <a:pt x="185362" y="106008"/>
                </a:lnTo>
                <a:lnTo>
                  <a:pt x="177100" y="78960"/>
                </a:lnTo>
                <a:cubicBezTo>
                  <a:pt x="169526" y="67749"/>
                  <a:pt x="158800" y="58842"/>
                  <a:pt x="146195" y="53510"/>
                </a:cubicBezTo>
                <a:lnTo>
                  <a:pt x="131078" y="50458"/>
                </a:lnTo>
                <a:close/>
                <a:moveTo>
                  <a:pt x="106628" y="0"/>
                </a:moveTo>
                <a:lnTo>
                  <a:pt x="106628" y="50458"/>
                </a:lnTo>
                <a:lnTo>
                  <a:pt x="91511" y="53510"/>
                </a:lnTo>
                <a:cubicBezTo>
                  <a:pt x="78906" y="58842"/>
                  <a:pt x="68180" y="67749"/>
                  <a:pt x="60606" y="78960"/>
                </a:cubicBezTo>
                <a:lnTo>
                  <a:pt x="52344" y="106008"/>
                </a:lnTo>
                <a:lnTo>
                  <a:pt x="0" y="106008"/>
                </a:lnTo>
                <a:lnTo>
                  <a:pt x="3579" y="82340"/>
                </a:lnTo>
                <a:cubicBezTo>
                  <a:pt x="14159" y="48325"/>
                  <a:pt x="39380" y="20760"/>
                  <a:pt x="71871" y="70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3" name="Oval 52">
            <a:extLst>
              <a:ext uri="{FF2B5EF4-FFF2-40B4-BE49-F238E27FC236}">
                <a16:creationId xmlns:a16="http://schemas.microsoft.com/office/drawing/2014/main" id="{1CB88625-BD84-4AC0-8A04-F9D426252DC6}"/>
              </a:ext>
            </a:extLst>
          </p:cNvPr>
          <p:cNvSpPr/>
          <p:nvPr userDrawn="1"/>
        </p:nvSpPr>
        <p:spPr>
          <a:xfrm rot="10800000" flipH="1">
            <a:off x="1016764" y="1689879"/>
            <a:ext cx="80588" cy="80588"/>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Top Corners Rounded 53">
            <a:extLst>
              <a:ext uri="{FF2B5EF4-FFF2-40B4-BE49-F238E27FC236}">
                <a16:creationId xmlns:a16="http://schemas.microsoft.com/office/drawing/2014/main" id="{FDB0D61A-55FF-42B8-B442-7B044B1376C5}"/>
              </a:ext>
            </a:extLst>
          </p:cNvPr>
          <p:cNvSpPr/>
          <p:nvPr userDrawn="1"/>
        </p:nvSpPr>
        <p:spPr>
          <a:xfrm rot="10800000" flipH="1">
            <a:off x="478272" y="255586"/>
            <a:ext cx="1246034" cy="71186"/>
          </a:xfrm>
          <a:prstGeom prst="round2SameRect">
            <a:avLst>
              <a:gd name="adj1" fmla="val 50000"/>
              <a:gd name="adj2"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Top Corners Rounded 54">
            <a:extLst>
              <a:ext uri="{FF2B5EF4-FFF2-40B4-BE49-F238E27FC236}">
                <a16:creationId xmlns:a16="http://schemas.microsoft.com/office/drawing/2014/main" id="{18A1D6DB-506D-44F9-B480-A76B310C3E71}"/>
              </a:ext>
            </a:extLst>
          </p:cNvPr>
          <p:cNvSpPr/>
          <p:nvPr userDrawn="1"/>
        </p:nvSpPr>
        <p:spPr>
          <a:xfrm rot="10800000" flipH="1">
            <a:off x="640963" y="322185"/>
            <a:ext cx="920653" cy="256032"/>
          </a:xfrm>
          <a:prstGeom prst="round2SameRect">
            <a:avLst>
              <a:gd name="adj1" fmla="val 50000"/>
              <a:gd name="adj2"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DC50F240-F8DE-4A86-B350-32B373D2B6BC}"/>
              </a:ext>
            </a:extLst>
          </p:cNvPr>
          <p:cNvSpPr txBox="1"/>
          <p:nvPr userDrawn="1"/>
        </p:nvSpPr>
        <p:spPr>
          <a:xfrm>
            <a:off x="292045" y="6035759"/>
            <a:ext cx="3434108" cy="500056"/>
          </a:xfrm>
          <a:custGeom>
            <a:avLst/>
            <a:gdLst>
              <a:gd name="connsiteX0" fmla="*/ 918715 w 3349328"/>
              <a:gd name="connsiteY0" fmla="*/ 111816 h 487710"/>
              <a:gd name="connsiteX1" fmla="*/ 918715 w 3349328"/>
              <a:gd name="connsiteY1" fmla="*/ 374535 h 487710"/>
              <a:gd name="connsiteX2" fmla="*/ 946303 w 3349328"/>
              <a:gd name="connsiteY2" fmla="*/ 374535 h 487710"/>
              <a:gd name="connsiteX3" fmla="*/ 1052905 w 3349328"/>
              <a:gd name="connsiteY3" fmla="*/ 327170 h 487710"/>
              <a:gd name="connsiteX4" fmla="*/ 1079813 w 3349328"/>
              <a:gd name="connsiteY4" fmla="*/ 243005 h 487710"/>
              <a:gd name="connsiteX5" fmla="*/ 1052905 w 3349328"/>
              <a:gd name="connsiteY5" fmla="*/ 159181 h 487710"/>
              <a:gd name="connsiteX6" fmla="*/ 946303 w 3349328"/>
              <a:gd name="connsiteY6" fmla="*/ 111816 h 487710"/>
              <a:gd name="connsiteX7" fmla="*/ 2629830 w 3349328"/>
              <a:gd name="connsiteY7" fmla="*/ 102981 h 487710"/>
              <a:gd name="connsiteX8" fmla="*/ 2629830 w 3349328"/>
              <a:gd name="connsiteY8" fmla="*/ 218535 h 487710"/>
              <a:gd name="connsiteX9" fmla="*/ 2652342 w 3349328"/>
              <a:gd name="connsiteY9" fmla="*/ 218535 h 487710"/>
              <a:gd name="connsiteX10" fmla="*/ 2707256 w 3349328"/>
              <a:gd name="connsiteY10" fmla="*/ 202610 h 487710"/>
              <a:gd name="connsiteX11" fmla="*/ 2725333 w 3349328"/>
              <a:gd name="connsiteY11" fmla="*/ 160588 h 487710"/>
              <a:gd name="connsiteX12" fmla="*/ 2707256 w 3349328"/>
              <a:gd name="connsiteY12" fmla="*/ 118906 h 487710"/>
              <a:gd name="connsiteX13" fmla="*/ 2652342 w 3349328"/>
              <a:gd name="connsiteY13" fmla="*/ 102981 h 487710"/>
              <a:gd name="connsiteX14" fmla="*/ 222349 w 3349328"/>
              <a:gd name="connsiteY14" fmla="*/ 23791 h 487710"/>
              <a:gd name="connsiteX15" fmla="*/ 343001 w 3349328"/>
              <a:gd name="connsiteY15" fmla="*/ 23791 h 487710"/>
              <a:gd name="connsiteX16" fmla="*/ 564934 w 3349328"/>
              <a:gd name="connsiteY16" fmla="*/ 307580 h 487710"/>
              <a:gd name="connsiteX17" fmla="*/ 564934 w 3349328"/>
              <a:gd name="connsiteY17" fmla="*/ 23791 h 487710"/>
              <a:gd name="connsiteX18" fmla="*/ 685587 w 3349328"/>
              <a:gd name="connsiteY18" fmla="*/ 23791 h 487710"/>
              <a:gd name="connsiteX19" fmla="*/ 685587 w 3349328"/>
              <a:gd name="connsiteY19" fmla="*/ 487710 h 487710"/>
              <a:gd name="connsiteX20" fmla="*/ 564934 w 3349328"/>
              <a:gd name="connsiteY20" fmla="*/ 487710 h 487710"/>
              <a:gd name="connsiteX21" fmla="*/ 343001 w 3349328"/>
              <a:gd name="connsiteY21" fmla="*/ 203580 h 487710"/>
              <a:gd name="connsiteX22" fmla="*/ 343001 w 3349328"/>
              <a:gd name="connsiteY22" fmla="*/ 487710 h 487710"/>
              <a:gd name="connsiteX23" fmla="*/ 222349 w 3349328"/>
              <a:gd name="connsiteY23" fmla="*/ 487710 h 487710"/>
              <a:gd name="connsiteX24" fmla="*/ 0 w 3349328"/>
              <a:gd name="connsiteY24" fmla="*/ 23791 h 487710"/>
              <a:gd name="connsiteX25" fmla="*/ 120653 w 3349328"/>
              <a:gd name="connsiteY25" fmla="*/ 23791 h 487710"/>
              <a:gd name="connsiteX26" fmla="*/ 120653 w 3349328"/>
              <a:gd name="connsiteY26" fmla="*/ 487710 h 487710"/>
              <a:gd name="connsiteX27" fmla="*/ 0 w 3349328"/>
              <a:gd name="connsiteY27" fmla="*/ 487710 h 487710"/>
              <a:gd name="connsiteX28" fmla="*/ 2887110 w 3349328"/>
              <a:gd name="connsiteY28" fmla="*/ 11217 h 487710"/>
              <a:gd name="connsiteX29" fmla="*/ 3031213 w 3349328"/>
              <a:gd name="connsiteY29" fmla="*/ 11217 h 487710"/>
              <a:gd name="connsiteX30" fmla="*/ 3118899 w 3349328"/>
              <a:gd name="connsiteY30" fmla="*/ 137647 h 487710"/>
              <a:gd name="connsiteX31" fmla="*/ 3203186 w 3349328"/>
              <a:gd name="connsiteY31" fmla="*/ 11217 h 487710"/>
              <a:gd name="connsiteX32" fmla="*/ 3349328 w 3349328"/>
              <a:gd name="connsiteY32" fmla="*/ 11217 h 487710"/>
              <a:gd name="connsiteX33" fmla="*/ 3175657 w 3349328"/>
              <a:gd name="connsiteY33" fmla="*/ 252183 h 487710"/>
              <a:gd name="connsiteX34" fmla="*/ 3175657 w 3349328"/>
              <a:gd name="connsiteY34" fmla="*/ 475135 h 487710"/>
              <a:gd name="connsiteX35" fmla="*/ 3055003 w 3349328"/>
              <a:gd name="connsiteY35" fmla="*/ 475135 h 487710"/>
              <a:gd name="connsiteX36" fmla="*/ 3055003 w 3349328"/>
              <a:gd name="connsiteY36" fmla="*/ 252183 h 487710"/>
              <a:gd name="connsiteX37" fmla="*/ 2509178 w 3349328"/>
              <a:gd name="connsiteY37" fmla="*/ 11217 h 487710"/>
              <a:gd name="connsiteX38" fmla="*/ 2696784 w 3349328"/>
              <a:gd name="connsiteY38" fmla="*/ 11217 h 487710"/>
              <a:gd name="connsiteX39" fmla="*/ 2818457 w 3349328"/>
              <a:gd name="connsiteY39" fmla="*/ 60497 h 487710"/>
              <a:gd name="connsiteX40" fmla="*/ 2850405 w 3349328"/>
              <a:gd name="connsiteY40" fmla="*/ 153960 h 487710"/>
              <a:gd name="connsiteX41" fmla="*/ 2813699 w 3349328"/>
              <a:gd name="connsiteY41" fmla="*/ 252183 h 487710"/>
              <a:gd name="connsiteX42" fmla="*/ 2749123 w 3349328"/>
              <a:gd name="connsiteY42" fmla="*/ 284810 h 487710"/>
              <a:gd name="connsiteX43" fmla="*/ 2894927 w 3349328"/>
              <a:gd name="connsiteY43" fmla="*/ 475135 h 487710"/>
              <a:gd name="connsiteX44" fmla="*/ 2745046 w 3349328"/>
              <a:gd name="connsiteY44" fmla="*/ 475135 h 487710"/>
              <a:gd name="connsiteX45" fmla="*/ 2629830 w 3349328"/>
              <a:gd name="connsiteY45" fmla="*/ 297045 h 487710"/>
              <a:gd name="connsiteX46" fmla="*/ 2629830 w 3349328"/>
              <a:gd name="connsiteY46" fmla="*/ 475135 h 487710"/>
              <a:gd name="connsiteX47" fmla="*/ 2509178 w 3349328"/>
              <a:gd name="connsiteY47" fmla="*/ 475135 h 487710"/>
              <a:gd name="connsiteX48" fmla="*/ 2136647 w 3349328"/>
              <a:gd name="connsiteY48" fmla="*/ 11217 h 487710"/>
              <a:gd name="connsiteX49" fmla="*/ 2455441 w 3349328"/>
              <a:gd name="connsiteY49" fmla="*/ 11217 h 487710"/>
              <a:gd name="connsiteX50" fmla="*/ 2455441 w 3349328"/>
              <a:gd name="connsiteY50" fmla="*/ 111816 h 487710"/>
              <a:gd name="connsiteX51" fmla="*/ 2355520 w 3349328"/>
              <a:gd name="connsiteY51" fmla="*/ 111816 h 487710"/>
              <a:gd name="connsiteX52" fmla="*/ 2355520 w 3349328"/>
              <a:gd name="connsiteY52" fmla="*/ 475135 h 487710"/>
              <a:gd name="connsiteX53" fmla="*/ 2234868 w 3349328"/>
              <a:gd name="connsiteY53" fmla="*/ 475135 h 487710"/>
              <a:gd name="connsiteX54" fmla="*/ 2234868 w 3349328"/>
              <a:gd name="connsiteY54" fmla="*/ 111816 h 487710"/>
              <a:gd name="connsiteX55" fmla="*/ 2136647 w 3349328"/>
              <a:gd name="connsiteY55" fmla="*/ 111816 h 487710"/>
              <a:gd name="connsiteX56" fmla="*/ 1281429 w 3349328"/>
              <a:gd name="connsiteY56" fmla="*/ 11217 h 487710"/>
              <a:gd name="connsiteX57" fmla="*/ 1402081 w 3349328"/>
              <a:gd name="connsiteY57" fmla="*/ 11217 h 487710"/>
              <a:gd name="connsiteX58" fmla="*/ 1402081 w 3349328"/>
              <a:gd name="connsiteY58" fmla="*/ 262151 h 487710"/>
              <a:gd name="connsiteX59" fmla="*/ 1403101 w 3349328"/>
              <a:gd name="connsiteY59" fmla="*/ 307310 h 487710"/>
              <a:gd name="connsiteX60" fmla="*/ 1446264 w 3349328"/>
              <a:gd name="connsiteY60" fmla="*/ 373180 h 487710"/>
              <a:gd name="connsiteX61" fmla="*/ 1482289 w 3349328"/>
              <a:gd name="connsiteY61" fmla="*/ 380992 h 487710"/>
              <a:gd name="connsiteX62" fmla="*/ 1548903 w 3349328"/>
              <a:gd name="connsiteY62" fmla="*/ 350091 h 487710"/>
              <a:gd name="connsiteX63" fmla="*/ 1565557 w 3349328"/>
              <a:gd name="connsiteY63" fmla="*/ 262151 h 487710"/>
              <a:gd name="connsiteX64" fmla="*/ 1565557 w 3349328"/>
              <a:gd name="connsiteY64" fmla="*/ 11217 h 487710"/>
              <a:gd name="connsiteX65" fmla="*/ 1686210 w 3349328"/>
              <a:gd name="connsiteY65" fmla="*/ 11217 h 487710"/>
              <a:gd name="connsiteX66" fmla="*/ 1686210 w 3349328"/>
              <a:gd name="connsiteY66" fmla="*/ 278692 h 487710"/>
              <a:gd name="connsiteX67" fmla="*/ 1679413 w 3349328"/>
              <a:gd name="connsiteY67" fmla="*/ 350064 h 487710"/>
              <a:gd name="connsiteX68" fmla="*/ 1629112 w 3349328"/>
              <a:gd name="connsiteY68" fmla="*/ 433672 h 487710"/>
              <a:gd name="connsiteX69" fmla="*/ 1478212 w 3349328"/>
              <a:gd name="connsiteY69" fmla="*/ 487030 h 487710"/>
              <a:gd name="connsiteX70" fmla="*/ 1327990 w 3349328"/>
              <a:gd name="connsiteY70" fmla="*/ 432652 h 487710"/>
              <a:gd name="connsiteX71" fmla="*/ 1288906 w 3349328"/>
              <a:gd name="connsiteY71" fmla="*/ 360940 h 487710"/>
              <a:gd name="connsiteX72" fmla="*/ 1281429 w 3349328"/>
              <a:gd name="connsiteY72" fmla="*/ 278692 h 487710"/>
              <a:gd name="connsiteX73" fmla="*/ 798063 w 3349328"/>
              <a:gd name="connsiteY73" fmla="*/ 11217 h 487710"/>
              <a:gd name="connsiteX74" fmla="*/ 976153 w 3349328"/>
              <a:gd name="connsiteY74" fmla="*/ 11217 h 487710"/>
              <a:gd name="connsiteX75" fmla="*/ 1097146 w 3349328"/>
              <a:gd name="connsiteY75" fmla="*/ 47581 h 487710"/>
              <a:gd name="connsiteX76" fmla="*/ 1181093 w 3349328"/>
              <a:gd name="connsiteY76" fmla="*/ 142065 h 487710"/>
              <a:gd name="connsiteX77" fmla="*/ 1204883 w 3349328"/>
              <a:gd name="connsiteY77" fmla="*/ 243005 h 487710"/>
              <a:gd name="connsiteX78" fmla="*/ 1161210 w 3349328"/>
              <a:gd name="connsiteY78" fmla="*/ 377084 h 487710"/>
              <a:gd name="connsiteX79" fmla="*/ 1049564 w 3349328"/>
              <a:gd name="connsiteY79" fmla="*/ 462560 h 487710"/>
              <a:gd name="connsiteX80" fmla="*/ 976153 w 3349328"/>
              <a:gd name="connsiteY80" fmla="*/ 475135 h 487710"/>
              <a:gd name="connsiteX81" fmla="*/ 798063 w 3349328"/>
              <a:gd name="connsiteY81" fmla="*/ 475135 h 487710"/>
              <a:gd name="connsiteX82" fmla="*/ 1939788 w 3349328"/>
              <a:gd name="connsiteY82" fmla="*/ 0 h 487710"/>
              <a:gd name="connsiteX83" fmla="*/ 2086950 w 3349328"/>
              <a:gd name="connsiteY83" fmla="*/ 37726 h 487710"/>
              <a:gd name="connsiteX84" fmla="*/ 2038689 w 3349328"/>
              <a:gd name="connsiteY84" fmla="*/ 131529 h 487710"/>
              <a:gd name="connsiteX85" fmla="*/ 1958953 w 3349328"/>
              <a:gd name="connsiteY85" fmla="*/ 100602 h 487710"/>
              <a:gd name="connsiteX86" fmla="*/ 1924196 w 3349328"/>
              <a:gd name="connsiteY86" fmla="*/ 110494 h 487710"/>
              <a:gd name="connsiteX87" fmla="*/ 1906822 w 3349328"/>
              <a:gd name="connsiteY87" fmla="*/ 140514 h 487710"/>
              <a:gd name="connsiteX88" fmla="*/ 1929629 w 3349328"/>
              <a:gd name="connsiteY88" fmla="*/ 172233 h 487710"/>
              <a:gd name="connsiteX89" fmla="*/ 1990911 w 3349328"/>
              <a:gd name="connsiteY89" fmla="*/ 193384 h 487710"/>
              <a:gd name="connsiteX90" fmla="*/ 2082150 w 3349328"/>
              <a:gd name="connsiteY90" fmla="*/ 246468 h 487710"/>
              <a:gd name="connsiteX91" fmla="*/ 2105644 w 3349328"/>
              <a:gd name="connsiteY91" fmla="*/ 321663 h 487710"/>
              <a:gd name="connsiteX92" fmla="*/ 2002323 w 3349328"/>
              <a:gd name="connsiteY92" fmla="*/ 475119 h 487710"/>
              <a:gd name="connsiteX93" fmla="*/ 1924834 w 3349328"/>
              <a:gd name="connsiteY93" fmla="*/ 487710 h 487710"/>
              <a:gd name="connsiteX94" fmla="*/ 1763397 w 3349328"/>
              <a:gd name="connsiteY94" fmla="*/ 435031 h 487710"/>
              <a:gd name="connsiteX95" fmla="*/ 1815056 w 3349328"/>
              <a:gd name="connsiteY95" fmla="*/ 337828 h 487710"/>
              <a:gd name="connsiteX96" fmla="*/ 1921653 w 3349328"/>
              <a:gd name="connsiteY96" fmla="*/ 387110 h 487710"/>
              <a:gd name="connsiteX97" fmla="*/ 1961503 w 3349328"/>
              <a:gd name="connsiteY97" fmla="*/ 376122 h 487710"/>
              <a:gd name="connsiteX98" fmla="*/ 1980572 w 3349328"/>
              <a:gd name="connsiteY98" fmla="*/ 341106 h 487710"/>
              <a:gd name="connsiteX99" fmla="*/ 1959463 w 3349328"/>
              <a:gd name="connsiteY99" fmla="*/ 306773 h 487710"/>
              <a:gd name="connsiteX100" fmla="*/ 1906693 w 3349328"/>
              <a:gd name="connsiteY100" fmla="*/ 285828 h 487710"/>
              <a:gd name="connsiteX101" fmla="*/ 1850180 w 3349328"/>
              <a:gd name="connsiteY101" fmla="*/ 267498 h 487710"/>
              <a:gd name="connsiteX102" fmla="*/ 1818860 w 3349328"/>
              <a:gd name="connsiteY102" fmla="*/ 249165 h 487710"/>
              <a:gd name="connsiteX103" fmla="*/ 1781750 w 3349328"/>
              <a:gd name="connsiteY103" fmla="*/ 156833 h 487710"/>
              <a:gd name="connsiteX104" fmla="*/ 1820155 w 3349328"/>
              <a:gd name="connsiteY104" fmla="*/ 49903 h 487710"/>
              <a:gd name="connsiteX105" fmla="*/ 1939788 w 3349328"/>
              <a:gd name="connsiteY105" fmla="*/ 0 h 487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328" h="487710">
                <a:moveTo>
                  <a:pt x="918715" y="111816"/>
                </a:moveTo>
                <a:lnTo>
                  <a:pt x="918715" y="374535"/>
                </a:lnTo>
                <a:lnTo>
                  <a:pt x="946303" y="374535"/>
                </a:lnTo>
                <a:cubicBezTo>
                  <a:pt x="993757" y="374535"/>
                  <a:pt x="1029291" y="358747"/>
                  <a:pt x="1052905" y="327170"/>
                </a:cubicBezTo>
                <a:cubicBezTo>
                  <a:pt x="1070843" y="303090"/>
                  <a:pt x="1079813" y="275035"/>
                  <a:pt x="1079813" y="243005"/>
                </a:cubicBezTo>
                <a:cubicBezTo>
                  <a:pt x="1079813" y="210977"/>
                  <a:pt x="1070843" y="183035"/>
                  <a:pt x="1052905" y="159181"/>
                </a:cubicBezTo>
                <a:cubicBezTo>
                  <a:pt x="1029065" y="127605"/>
                  <a:pt x="993530" y="111816"/>
                  <a:pt x="946303" y="111816"/>
                </a:cubicBezTo>
                <a:close/>
                <a:moveTo>
                  <a:pt x="2629830" y="102981"/>
                </a:moveTo>
                <a:lnTo>
                  <a:pt x="2629830" y="218535"/>
                </a:lnTo>
                <a:lnTo>
                  <a:pt x="2652342" y="218535"/>
                </a:lnTo>
                <a:cubicBezTo>
                  <a:pt x="2677810" y="218535"/>
                  <a:pt x="2696115" y="213227"/>
                  <a:pt x="2707256" y="202610"/>
                </a:cubicBezTo>
                <a:cubicBezTo>
                  <a:pt x="2719308" y="191085"/>
                  <a:pt x="2725333" y="177079"/>
                  <a:pt x="2725333" y="160588"/>
                </a:cubicBezTo>
                <a:cubicBezTo>
                  <a:pt x="2725333" y="144097"/>
                  <a:pt x="2719308" y="130203"/>
                  <a:pt x="2707256" y="118906"/>
                </a:cubicBezTo>
                <a:cubicBezTo>
                  <a:pt x="2695885" y="108289"/>
                  <a:pt x="2677580" y="102981"/>
                  <a:pt x="2652342" y="102981"/>
                </a:cubicBezTo>
                <a:close/>
                <a:moveTo>
                  <a:pt x="222349" y="23791"/>
                </a:moveTo>
                <a:lnTo>
                  <a:pt x="343001" y="23791"/>
                </a:lnTo>
                <a:lnTo>
                  <a:pt x="564934" y="307580"/>
                </a:lnTo>
                <a:lnTo>
                  <a:pt x="564934" y="23791"/>
                </a:lnTo>
                <a:lnTo>
                  <a:pt x="685587" y="23791"/>
                </a:lnTo>
                <a:lnTo>
                  <a:pt x="685587" y="487710"/>
                </a:lnTo>
                <a:lnTo>
                  <a:pt x="564934" y="487710"/>
                </a:lnTo>
                <a:lnTo>
                  <a:pt x="343001" y="203580"/>
                </a:lnTo>
                <a:lnTo>
                  <a:pt x="343001" y="487710"/>
                </a:lnTo>
                <a:lnTo>
                  <a:pt x="222349" y="487710"/>
                </a:lnTo>
                <a:close/>
                <a:moveTo>
                  <a:pt x="0" y="23791"/>
                </a:moveTo>
                <a:lnTo>
                  <a:pt x="120653" y="23791"/>
                </a:lnTo>
                <a:lnTo>
                  <a:pt x="120653" y="487710"/>
                </a:lnTo>
                <a:lnTo>
                  <a:pt x="0" y="487710"/>
                </a:lnTo>
                <a:close/>
                <a:moveTo>
                  <a:pt x="2887110" y="11217"/>
                </a:moveTo>
                <a:lnTo>
                  <a:pt x="3031213" y="11217"/>
                </a:lnTo>
                <a:lnTo>
                  <a:pt x="3118899" y="137647"/>
                </a:lnTo>
                <a:lnTo>
                  <a:pt x="3203186" y="11217"/>
                </a:lnTo>
                <a:lnTo>
                  <a:pt x="3349328" y="11217"/>
                </a:lnTo>
                <a:lnTo>
                  <a:pt x="3175657" y="252183"/>
                </a:lnTo>
                <a:lnTo>
                  <a:pt x="3175657" y="475135"/>
                </a:lnTo>
                <a:lnTo>
                  <a:pt x="3055003" y="475135"/>
                </a:lnTo>
                <a:lnTo>
                  <a:pt x="3055003" y="252183"/>
                </a:lnTo>
                <a:close/>
                <a:moveTo>
                  <a:pt x="2509178" y="11217"/>
                </a:moveTo>
                <a:lnTo>
                  <a:pt x="2696784" y="11217"/>
                </a:lnTo>
                <a:cubicBezTo>
                  <a:pt x="2751617" y="11217"/>
                  <a:pt x="2792173" y="27643"/>
                  <a:pt x="2818457" y="60497"/>
                </a:cubicBezTo>
                <a:cubicBezTo>
                  <a:pt x="2839755" y="87006"/>
                  <a:pt x="2850405" y="118161"/>
                  <a:pt x="2850405" y="153960"/>
                </a:cubicBezTo>
                <a:cubicBezTo>
                  <a:pt x="2850405" y="194971"/>
                  <a:pt x="2838170" y="227712"/>
                  <a:pt x="2813699" y="252183"/>
                </a:cubicBezTo>
                <a:cubicBezTo>
                  <a:pt x="2798065" y="267816"/>
                  <a:pt x="2776540" y="278692"/>
                  <a:pt x="2749123" y="284810"/>
                </a:cubicBezTo>
                <a:lnTo>
                  <a:pt x="2894927" y="475135"/>
                </a:lnTo>
                <a:lnTo>
                  <a:pt x="2745046" y="475135"/>
                </a:lnTo>
                <a:lnTo>
                  <a:pt x="2629830" y="297045"/>
                </a:lnTo>
                <a:lnTo>
                  <a:pt x="2629830" y="475135"/>
                </a:lnTo>
                <a:lnTo>
                  <a:pt x="2509178" y="475135"/>
                </a:lnTo>
                <a:close/>
                <a:moveTo>
                  <a:pt x="2136647" y="11217"/>
                </a:moveTo>
                <a:lnTo>
                  <a:pt x="2455441" y="11217"/>
                </a:lnTo>
                <a:lnTo>
                  <a:pt x="2455441" y="111816"/>
                </a:lnTo>
                <a:lnTo>
                  <a:pt x="2355520" y="111816"/>
                </a:lnTo>
                <a:lnTo>
                  <a:pt x="2355520" y="475135"/>
                </a:lnTo>
                <a:lnTo>
                  <a:pt x="2234868" y="475135"/>
                </a:lnTo>
                <a:lnTo>
                  <a:pt x="2234868" y="111816"/>
                </a:lnTo>
                <a:lnTo>
                  <a:pt x="2136647" y="111816"/>
                </a:lnTo>
                <a:close/>
                <a:moveTo>
                  <a:pt x="1281429" y="11217"/>
                </a:moveTo>
                <a:lnTo>
                  <a:pt x="1402081" y="11217"/>
                </a:lnTo>
                <a:lnTo>
                  <a:pt x="1402081" y="262151"/>
                </a:lnTo>
                <a:cubicBezTo>
                  <a:pt x="1402081" y="282294"/>
                  <a:pt x="1402421" y="297347"/>
                  <a:pt x="1403101" y="307310"/>
                </a:cubicBezTo>
                <a:cubicBezTo>
                  <a:pt x="1405367" y="338775"/>
                  <a:pt x="1419754" y="360733"/>
                  <a:pt x="1446264" y="373180"/>
                </a:cubicBezTo>
                <a:cubicBezTo>
                  <a:pt x="1457139" y="378388"/>
                  <a:pt x="1469148" y="380992"/>
                  <a:pt x="1482289" y="380992"/>
                </a:cubicBezTo>
                <a:cubicBezTo>
                  <a:pt x="1511745" y="380992"/>
                  <a:pt x="1533949" y="370691"/>
                  <a:pt x="1548903" y="350091"/>
                </a:cubicBezTo>
                <a:cubicBezTo>
                  <a:pt x="1560006" y="334924"/>
                  <a:pt x="1565557" y="305610"/>
                  <a:pt x="1565557" y="262151"/>
                </a:cubicBezTo>
                <a:lnTo>
                  <a:pt x="1565557" y="11217"/>
                </a:lnTo>
                <a:lnTo>
                  <a:pt x="1686210" y="11217"/>
                </a:lnTo>
                <a:lnTo>
                  <a:pt x="1686210" y="278692"/>
                </a:lnTo>
                <a:cubicBezTo>
                  <a:pt x="1686210" y="306561"/>
                  <a:pt x="1683944" y="330351"/>
                  <a:pt x="1679413" y="350064"/>
                </a:cubicBezTo>
                <a:cubicBezTo>
                  <a:pt x="1672389" y="380652"/>
                  <a:pt x="1655622" y="408522"/>
                  <a:pt x="1629112" y="433672"/>
                </a:cubicBezTo>
                <a:cubicBezTo>
                  <a:pt x="1591500" y="469244"/>
                  <a:pt x="1541200" y="487030"/>
                  <a:pt x="1478212" y="487030"/>
                </a:cubicBezTo>
                <a:cubicBezTo>
                  <a:pt x="1414090" y="487030"/>
                  <a:pt x="1364016" y="468904"/>
                  <a:pt x="1327990" y="432652"/>
                </a:cubicBezTo>
                <a:cubicBezTo>
                  <a:pt x="1308958" y="413619"/>
                  <a:pt x="1295929" y="389715"/>
                  <a:pt x="1288906" y="360940"/>
                </a:cubicBezTo>
                <a:cubicBezTo>
                  <a:pt x="1283921" y="340548"/>
                  <a:pt x="1281429" y="313131"/>
                  <a:pt x="1281429" y="278692"/>
                </a:cubicBezTo>
                <a:close/>
                <a:moveTo>
                  <a:pt x="798063" y="11217"/>
                </a:moveTo>
                <a:lnTo>
                  <a:pt x="976153" y="11217"/>
                </a:lnTo>
                <a:cubicBezTo>
                  <a:pt x="1019656" y="11217"/>
                  <a:pt x="1059987" y="23337"/>
                  <a:pt x="1097146" y="47581"/>
                </a:cubicBezTo>
                <a:cubicBezTo>
                  <a:pt x="1133625" y="71146"/>
                  <a:pt x="1161607" y="102641"/>
                  <a:pt x="1181093" y="142065"/>
                </a:cubicBezTo>
                <a:cubicBezTo>
                  <a:pt x="1196954" y="174692"/>
                  <a:pt x="1204883" y="208339"/>
                  <a:pt x="1204883" y="243005"/>
                </a:cubicBezTo>
                <a:cubicBezTo>
                  <a:pt x="1204883" y="291267"/>
                  <a:pt x="1190325" y="335960"/>
                  <a:pt x="1161210" y="377084"/>
                </a:cubicBezTo>
                <a:cubicBezTo>
                  <a:pt x="1132096" y="418207"/>
                  <a:pt x="1094879" y="446699"/>
                  <a:pt x="1049564" y="462560"/>
                </a:cubicBezTo>
                <a:cubicBezTo>
                  <a:pt x="1025547" y="470943"/>
                  <a:pt x="1001077" y="475135"/>
                  <a:pt x="976153" y="475135"/>
                </a:cubicBezTo>
                <a:lnTo>
                  <a:pt x="798063" y="475135"/>
                </a:lnTo>
                <a:close/>
                <a:moveTo>
                  <a:pt x="1939788" y="0"/>
                </a:moveTo>
                <a:cubicBezTo>
                  <a:pt x="1989862" y="0"/>
                  <a:pt x="2038916" y="12575"/>
                  <a:pt x="2086950" y="37726"/>
                </a:cubicBezTo>
                <a:lnTo>
                  <a:pt x="2038689" y="131529"/>
                </a:lnTo>
                <a:cubicBezTo>
                  <a:pt x="2012339" y="110910"/>
                  <a:pt x="1985760" y="100602"/>
                  <a:pt x="1958953" y="100602"/>
                </a:cubicBezTo>
                <a:cubicBezTo>
                  <a:pt x="1946007" y="100602"/>
                  <a:pt x="1934421" y="103899"/>
                  <a:pt x="1924196" y="110494"/>
                </a:cubicBezTo>
                <a:cubicBezTo>
                  <a:pt x="1912613" y="118000"/>
                  <a:pt x="1906822" y="128007"/>
                  <a:pt x="1906822" y="140514"/>
                </a:cubicBezTo>
                <a:cubicBezTo>
                  <a:pt x="1906822" y="152792"/>
                  <a:pt x="1914423" y="163365"/>
                  <a:pt x="1929629" y="172233"/>
                </a:cubicBezTo>
                <a:cubicBezTo>
                  <a:pt x="1936440" y="176330"/>
                  <a:pt x="1956869" y="183380"/>
                  <a:pt x="1990911" y="193384"/>
                </a:cubicBezTo>
                <a:cubicBezTo>
                  <a:pt x="2033583" y="205862"/>
                  <a:pt x="2063995" y="223556"/>
                  <a:pt x="2082150" y="246468"/>
                </a:cubicBezTo>
                <a:cubicBezTo>
                  <a:pt x="2097812" y="265976"/>
                  <a:pt x="2105644" y="291040"/>
                  <a:pt x="2105644" y="321663"/>
                </a:cubicBezTo>
                <a:cubicBezTo>
                  <a:pt x="2105644" y="400148"/>
                  <a:pt x="2071204" y="451300"/>
                  <a:pt x="2002323" y="475119"/>
                </a:cubicBezTo>
                <a:cubicBezTo>
                  <a:pt x="1978306" y="483513"/>
                  <a:pt x="1952476" y="487710"/>
                  <a:pt x="1924834" y="487710"/>
                </a:cubicBezTo>
                <a:cubicBezTo>
                  <a:pt x="1866829" y="487710"/>
                  <a:pt x="1813018" y="470151"/>
                  <a:pt x="1763397" y="435031"/>
                </a:cubicBezTo>
                <a:lnTo>
                  <a:pt x="1815056" y="337828"/>
                </a:lnTo>
                <a:cubicBezTo>
                  <a:pt x="1851383" y="370682"/>
                  <a:pt x="1886915" y="387110"/>
                  <a:pt x="1921653" y="387110"/>
                </a:cubicBezTo>
                <a:cubicBezTo>
                  <a:pt x="1937319" y="387110"/>
                  <a:pt x="1950602" y="383447"/>
                  <a:pt x="1961503" y="376122"/>
                </a:cubicBezTo>
                <a:cubicBezTo>
                  <a:pt x="1974216" y="367884"/>
                  <a:pt x="1980572" y="356212"/>
                  <a:pt x="1980572" y="341106"/>
                </a:cubicBezTo>
                <a:cubicBezTo>
                  <a:pt x="1980572" y="327372"/>
                  <a:pt x="1973536" y="315929"/>
                  <a:pt x="1959463" y="306773"/>
                </a:cubicBezTo>
                <a:cubicBezTo>
                  <a:pt x="1949023" y="299905"/>
                  <a:pt x="1931433" y="292924"/>
                  <a:pt x="1906693" y="285828"/>
                </a:cubicBezTo>
                <a:cubicBezTo>
                  <a:pt x="1876736" y="277003"/>
                  <a:pt x="1857898" y="270893"/>
                  <a:pt x="1850180" y="267498"/>
                </a:cubicBezTo>
                <a:cubicBezTo>
                  <a:pt x="1837923" y="262294"/>
                  <a:pt x="1827484" y="256182"/>
                  <a:pt x="1818860" y="249165"/>
                </a:cubicBezTo>
                <a:cubicBezTo>
                  <a:pt x="1794119" y="228798"/>
                  <a:pt x="1781750" y="198021"/>
                  <a:pt x="1781750" y="156833"/>
                </a:cubicBezTo>
                <a:cubicBezTo>
                  <a:pt x="1781750" y="113833"/>
                  <a:pt x="1794552" y="78189"/>
                  <a:pt x="1820155" y="49903"/>
                </a:cubicBezTo>
                <a:cubicBezTo>
                  <a:pt x="1850063" y="16634"/>
                  <a:pt x="1889941" y="0"/>
                  <a:pt x="1939788"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ko-KR" altLang="en-US" sz="5400" dirty="0">
              <a:latin typeface="Aharoni" panose="02010803020104030203" pitchFamily="2" charset="-79"/>
              <a:cs typeface="Aharoni" panose="02010803020104030203" pitchFamily="2" charset="-79"/>
            </a:endParaRPr>
          </a:p>
        </p:txBody>
      </p:sp>
      <p:sp>
        <p:nvSpPr>
          <p:cNvPr id="57" name="TextBox 56">
            <a:extLst>
              <a:ext uri="{FF2B5EF4-FFF2-40B4-BE49-F238E27FC236}">
                <a16:creationId xmlns:a16="http://schemas.microsoft.com/office/drawing/2014/main" id="{A0AE5792-052C-425C-AEBF-0DF8BD95BBA5}"/>
              </a:ext>
            </a:extLst>
          </p:cNvPr>
          <p:cNvSpPr txBox="1"/>
          <p:nvPr userDrawn="1"/>
        </p:nvSpPr>
        <p:spPr>
          <a:xfrm>
            <a:off x="2153235" y="5199161"/>
            <a:ext cx="811572" cy="689415"/>
          </a:xfrm>
          <a:custGeom>
            <a:avLst/>
            <a:gdLst>
              <a:gd name="connsiteX0" fmla="*/ 717483 w 844822"/>
              <a:gd name="connsiteY0" fmla="*/ 542899 h 717660"/>
              <a:gd name="connsiteX1" fmla="*/ 753792 w 844822"/>
              <a:gd name="connsiteY1" fmla="*/ 536357 h 717660"/>
              <a:gd name="connsiteX2" fmla="*/ 818277 w 844822"/>
              <a:gd name="connsiteY2" fmla="*/ 562525 h 717660"/>
              <a:gd name="connsiteX3" fmla="*/ 844822 w 844822"/>
              <a:gd name="connsiteY3" fmla="*/ 626631 h 717660"/>
              <a:gd name="connsiteX4" fmla="*/ 818276 w 844822"/>
              <a:gd name="connsiteY4" fmla="*/ 691109 h 717660"/>
              <a:gd name="connsiteX5" fmla="*/ 753792 w 844822"/>
              <a:gd name="connsiteY5" fmla="*/ 717660 h 717660"/>
              <a:gd name="connsiteX6" fmla="*/ 687428 w 844822"/>
              <a:gd name="connsiteY6" fmla="*/ 691108 h 717660"/>
              <a:gd name="connsiteX7" fmla="*/ 660499 w 844822"/>
              <a:gd name="connsiteY7" fmla="*/ 626631 h 717660"/>
              <a:gd name="connsiteX8" fmla="*/ 687428 w 844822"/>
              <a:gd name="connsiteY8" fmla="*/ 562525 h 717660"/>
              <a:gd name="connsiteX9" fmla="*/ 717483 w 844822"/>
              <a:gd name="connsiteY9" fmla="*/ 542899 h 717660"/>
              <a:gd name="connsiteX10" fmla="*/ 291596 w 844822"/>
              <a:gd name="connsiteY10" fmla="*/ 251558 h 717660"/>
              <a:gd name="connsiteX11" fmla="*/ 153352 w 844822"/>
              <a:gd name="connsiteY11" fmla="*/ 466855 h 717660"/>
              <a:gd name="connsiteX12" fmla="*/ 291596 w 844822"/>
              <a:gd name="connsiteY12" fmla="*/ 466855 h 717660"/>
              <a:gd name="connsiteX13" fmla="*/ 291596 w 844822"/>
              <a:gd name="connsiteY13" fmla="*/ 0 h 717660"/>
              <a:gd name="connsiteX14" fmla="*/ 444192 w 844822"/>
              <a:gd name="connsiteY14" fmla="*/ 0 h 717660"/>
              <a:gd name="connsiteX15" fmla="*/ 444192 w 844822"/>
              <a:gd name="connsiteY15" fmla="*/ 466856 h 717660"/>
              <a:gd name="connsiteX16" fmla="*/ 524269 w 844822"/>
              <a:gd name="connsiteY16" fmla="*/ 466855 h 717660"/>
              <a:gd name="connsiteX17" fmla="*/ 469123 w 844822"/>
              <a:gd name="connsiteY17" fmla="*/ 602080 h 717660"/>
              <a:gd name="connsiteX18" fmla="*/ 444192 w 844822"/>
              <a:gd name="connsiteY18" fmla="*/ 602080 h 717660"/>
              <a:gd name="connsiteX19" fmla="*/ 444192 w 844822"/>
              <a:gd name="connsiteY19" fmla="*/ 705574 h 717660"/>
              <a:gd name="connsiteX20" fmla="*/ 291596 w 844822"/>
              <a:gd name="connsiteY20" fmla="*/ 705574 h 717660"/>
              <a:gd name="connsiteX21" fmla="*/ 291596 w 844822"/>
              <a:gd name="connsiteY21" fmla="*/ 602080 h 717660"/>
              <a:gd name="connsiteX22" fmla="*/ 0 w 844822"/>
              <a:gd name="connsiteY22" fmla="*/ 602080 h 717660"/>
              <a:gd name="connsiteX23" fmla="*/ 0 w 844822"/>
              <a:gd name="connsiteY23" fmla="*/ 478944 h 71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44822" h="717660">
                <a:moveTo>
                  <a:pt x="717483" y="542899"/>
                </a:moveTo>
                <a:cubicBezTo>
                  <a:pt x="728544" y="538538"/>
                  <a:pt x="740647" y="536358"/>
                  <a:pt x="753792" y="536357"/>
                </a:cubicBezTo>
                <a:cubicBezTo>
                  <a:pt x="779084" y="536357"/>
                  <a:pt x="800579" y="545079"/>
                  <a:pt x="818277" y="562525"/>
                </a:cubicBezTo>
                <a:cubicBezTo>
                  <a:pt x="835975" y="579971"/>
                  <a:pt x="844822" y="601339"/>
                  <a:pt x="844822" y="626631"/>
                </a:cubicBezTo>
                <a:cubicBezTo>
                  <a:pt x="844822" y="651914"/>
                  <a:pt x="835975" y="673405"/>
                  <a:pt x="818276" y="691109"/>
                </a:cubicBezTo>
                <a:cubicBezTo>
                  <a:pt x="800579" y="708810"/>
                  <a:pt x="779084" y="717660"/>
                  <a:pt x="753792" y="717660"/>
                </a:cubicBezTo>
                <a:cubicBezTo>
                  <a:pt x="727501" y="717660"/>
                  <a:pt x="705381" y="708810"/>
                  <a:pt x="687428" y="691108"/>
                </a:cubicBezTo>
                <a:cubicBezTo>
                  <a:pt x="669474" y="673405"/>
                  <a:pt x="660499" y="651914"/>
                  <a:pt x="660499" y="626631"/>
                </a:cubicBezTo>
                <a:cubicBezTo>
                  <a:pt x="660499" y="601339"/>
                  <a:pt x="669474" y="579971"/>
                  <a:pt x="687428" y="562525"/>
                </a:cubicBezTo>
                <a:cubicBezTo>
                  <a:pt x="696405" y="553802"/>
                  <a:pt x="706423" y="547260"/>
                  <a:pt x="717483" y="542899"/>
                </a:cubicBezTo>
                <a:close/>
                <a:moveTo>
                  <a:pt x="291596" y="251558"/>
                </a:moveTo>
                <a:lnTo>
                  <a:pt x="153352" y="466855"/>
                </a:lnTo>
                <a:lnTo>
                  <a:pt x="291596" y="466855"/>
                </a:lnTo>
                <a:close/>
                <a:moveTo>
                  <a:pt x="291596" y="0"/>
                </a:moveTo>
                <a:lnTo>
                  <a:pt x="444192" y="0"/>
                </a:lnTo>
                <a:lnTo>
                  <a:pt x="444192" y="466856"/>
                </a:lnTo>
                <a:lnTo>
                  <a:pt x="524269" y="466855"/>
                </a:lnTo>
                <a:lnTo>
                  <a:pt x="469123" y="602080"/>
                </a:lnTo>
                <a:lnTo>
                  <a:pt x="444192" y="602080"/>
                </a:lnTo>
                <a:lnTo>
                  <a:pt x="444192" y="705574"/>
                </a:lnTo>
                <a:lnTo>
                  <a:pt x="291596" y="705574"/>
                </a:lnTo>
                <a:lnTo>
                  <a:pt x="291596" y="602080"/>
                </a:lnTo>
                <a:lnTo>
                  <a:pt x="0" y="602080"/>
                </a:lnTo>
                <a:lnTo>
                  <a:pt x="0" y="478944"/>
                </a:lnTo>
                <a:close/>
              </a:path>
            </a:pathLst>
          </a:custGeom>
          <a:solidFill>
            <a:schemeClr val="bg1"/>
          </a:solidFill>
          <a:ln w="12700">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ko-KR" altLang="en-US" sz="5400" dirty="0">
              <a:latin typeface="Aharoni" panose="02010803020104030203" pitchFamily="2" charset="-79"/>
              <a:cs typeface="Aharoni" panose="02010803020104030203" pitchFamily="2" charset="-79"/>
            </a:endParaRPr>
          </a:p>
        </p:txBody>
      </p:sp>
      <p:grpSp>
        <p:nvGrpSpPr>
          <p:cNvPr id="58" name="Group 57">
            <a:extLst>
              <a:ext uri="{FF2B5EF4-FFF2-40B4-BE49-F238E27FC236}">
                <a16:creationId xmlns:a16="http://schemas.microsoft.com/office/drawing/2014/main" id="{85B43318-2DB8-4BB3-B9A0-1354FEE4DB4F}"/>
              </a:ext>
            </a:extLst>
          </p:cNvPr>
          <p:cNvGrpSpPr/>
          <p:nvPr userDrawn="1"/>
        </p:nvGrpSpPr>
        <p:grpSpPr>
          <a:xfrm>
            <a:off x="1114621" y="213820"/>
            <a:ext cx="1607080" cy="1447031"/>
            <a:chOff x="6486650" y="2648852"/>
            <a:chExt cx="2745260" cy="2471860"/>
          </a:xfrm>
          <a:solidFill>
            <a:schemeClr val="bg1">
              <a:alpha val="5000"/>
            </a:schemeClr>
          </a:solidFill>
        </p:grpSpPr>
        <p:sp>
          <p:nvSpPr>
            <p:cNvPr id="59" name="Freeform: Shape 58">
              <a:extLst>
                <a:ext uri="{FF2B5EF4-FFF2-40B4-BE49-F238E27FC236}">
                  <a16:creationId xmlns:a16="http://schemas.microsoft.com/office/drawing/2014/main" id="{0934DCFA-D112-40A3-AF10-E7F0DCB664A9}"/>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60" name="Group 59">
              <a:extLst>
                <a:ext uri="{FF2B5EF4-FFF2-40B4-BE49-F238E27FC236}">
                  <a16:creationId xmlns:a16="http://schemas.microsoft.com/office/drawing/2014/main" id="{CD1301E3-DB0A-4D14-8837-E77509D7406C}"/>
                </a:ext>
              </a:extLst>
            </p:cNvPr>
            <p:cNvGrpSpPr/>
            <p:nvPr/>
          </p:nvGrpSpPr>
          <p:grpSpPr>
            <a:xfrm>
              <a:off x="7392963" y="2648852"/>
              <a:ext cx="1838947" cy="1835405"/>
              <a:chOff x="7167947" y="1624190"/>
              <a:chExt cx="2677922" cy="2672763"/>
            </a:xfrm>
            <a:grpFill/>
          </p:grpSpPr>
          <p:sp>
            <p:nvSpPr>
              <p:cNvPr id="61" name="Freeform: Shape 60">
                <a:extLst>
                  <a:ext uri="{FF2B5EF4-FFF2-40B4-BE49-F238E27FC236}">
                    <a16:creationId xmlns:a16="http://schemas.microsoft.com/office/drawing/2014/main" id="{9F2E27B1-7A75-4322-A01B-69D10FEB32AE}"/>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1A179398-E96C-4ADE-99E3-9230E765D534}"/>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grpSp>
        <p:nvGrpSpPr>
          <p:cNvPr id="64" name="Group 63">
            <a:extLst>
              <a:ext uri="{FF2B5EF4-FFF2-40B4-BE49-F238E27FC236}">
                <a16:creationId xmlns:a16="http://schemas.microsoft.com/office/drawing/2014/main" id="{B75EAAF5-9297-42F1-BF31-33670B897310}"/>
              </a:ext>
            </a:extLst>
          </p:cNvPr>
          <p:cNvGrpSpPr/>
          <p:nvPr userDrawn="1"/>
        </p:nvGrpSpPr>
        <p:grpSpPr>
          <a:xfrm rot="15300000">
            <a:off x="1967240" y="4555753"/>
            <a:ext cx="912206" cy="821359"/>
            <a:chOff x="6486650" y="2648852"/>
            <a:chExt cx="2745260" cy="2471860"/>
          </a:xfrm>
          <a:solidFill>
            <a:schemeClr val="bg1">
              <a:alpha val="5000"/>
            </a:schemeClr>
          </a:solidFill>
        </p:grpSpPr>
        <p:sp>
          <p:nvSpPr>
            <p:cNvPr id="65" name="Freeform: Shape 64">
              <a:extLst>
                <a:ext uri="{FF2B5EF4-FFF2-40B4-BE49-F238E27FC236}">
                  <a16:creationId xmlns:a16="http://schemas.microsoft.com/office/drawing/2014/main" id="{EB6A0FEE-3790-480E-AA13-354BBE7CEFD2}"/>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66" name="Group 65">
              <a:extLst>
                <a:ext uri="{FF2B5EF4-FFF2-40B4-BE49-F238E27FC236}">
                  <a16:creationId xmlns:a16="http://schemas.microsoft.com/office/drawing/2014/main" id="{A05E6556-C66E-421B-B7D3-709644D56DDA}"/>
                </a:ext>
              </a:extLst>
            </p:cNvPr>
            <p:cNvGrpSpPr/>
            <p:nvPr/>
          </p:nvGrpSpPr>
          <p:grpSpPr>
            <a:xfrm>
              <a:off x="7392963" y="2648852"/>
              <a:ext cx="1838947" cy="1835405"/>
              <a:chOff x="7167947" y="1624190"/>
              <a:chExt cx="2677922" cy="2672763"/>
            </a:xfrm>
            <a:grpFill/>
          </p:grpSpPr>
          <p:sp>
            <p:nvSpPr>
              <p:cNvPr id="67" name="Freeform: Shape 66">
                <a:extLst>
                  <a:ext uri="{FF2B5EF4-FFF2-40B4-BE49-F238E27FC236}">
                    <a16:creationId xmlns:a16="http://schemas.microsoft.com/office/drawing/2014/main" id="{16513AB7-70B6-41AE-BAF5-4E84C65AB256}"/>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356123C7-5F64-4F5E-94DF-CE50049E0840}"/>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69" name="Freeform: Shape 68">
            <a:extLst>
              <a:ext uri="{FF2B5EF4-FFF2-40B4-BE49-F238E27FC236}">
                <a16:creationId xmlns:a16="http://schemas.microsoft.com/office/drawing/2014/main" id="{A51BEBA6-51A0-40FD-A445-F1CF56E3FB1A}"/>
              </a:ext>
            </a:extLst>
          </p:cNvPr>
          <p:cNvSpPr/>
          <p:nvPr userDrawn="1"/>
        </p:nvSpPr>
        <p:spPr>
          <a:xfrm>
            <a:off x="2978093" y="369489"/>
            <a:ext cx="623915" cy="635123"/>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a:p>
        </p:txBody>
      </p:sp>
    </p:spTree>
    <p:extLst>
      <p:ext uri="{BB962C8B-B14F-4D97-AF65-F5344CB8AC3E}">
        <p14:creationId xmlns:p14="http://schemas.microsoft.com/office/powerpoint/2010/main" val="3175740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slide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7B7D1B0-1139-47E7-A404-619CAF68D59B}"/>
              </a:ext>
            </a:extLst>
          </p:cNvPr>
          <p:cNvSpPr>
            <a:spLocks noGrp="1"/>
          </p:cNvSpPr>
          <p:nvPr>
            <p:ph type="pic" sz="quarter" idx="10" hasCustomPrompt="1"/>
          </p:nvPr>
        </p:nvSpPr>
        <p:spPr>
          <a:xfrm>
            <a:off x="1282512" y="0"/>
            <a:ext cx="9626981" cy="6858000"/>
          </a:xfrm>
          <a:custGeom>
            <a:avLst/>
            <a:gdLst>
              <a:gd name="connsiteX0" fmla="*/ 0 w 9626981"/>
              <a:gd name="connsiteY0" fmla="*/ 0 h 6858000"/>
              <a:gd name="connsiteX1" fmla="*/ 4760133 w 9626981"/>
              <a:gd name="connsiteY1" fmla="*/ 0 h 6858000"/>
              <a:gd name="connsiteX2" fmla="*/ 9626981 w 9626981"/>
              <a:gd name="connsiteY2" fmla="*/ 6858000 h 6858000"/>
              <a:gd name="connsiteX3" fmla="*/ 4866848 w 962698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626981" h="6858000">
                <a:moveTo>
                  <a:pt x="0" y="0"/>
                </a:moveTo>
                <a:lnTo>
                  <a:pt x="4760133" y="0"/>
                </a:lnTo>
                <a:lnTo>
                  <a:pt x="9626981" y="6858000"/>
                </a:lnTo>
                <a:lnTo>
                  <a:pt x="4866848" y="6858000"/>
                </a:lnTo>
                <a:close/>
              </a:path>
            </a:pathLst>
          </a:custGeom>
          <a:solidFill>
            <a:schemeClr val="bg1">
              <a:lumMod val="95000"/>
            </a:schemeClr>
          </a:solidFill>
          <a:ln w="152400">
            <a:noFill/>
          </a:ln>
          <a:effectLst/>
        </p:spPr>
        <p:txBody>
          <a:bodyPr wrap="square" anchor="ctr">
            <a:noAutofit/>
          </a:bodyPr>
          <a:lstStyle>
            <a:lvl1pPr marL="0" indent="0" algn="ctr">
              <a:buFontTx/>
              <a:buNone/>
              <a:defRPr sz="14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4273814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Image slide layou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D42F50A-D54B-4085-9B51-D4561AE43789}"/>
              </a:ext>
            </a:extLst>
          </p:cNvPr>
          <p:cNvSpPr>
            <a:spLocks noGrp="1"/>
          </p:cNvSpPr>
          <p:nvPr>
            <p:ph type="pic" sz="quarter" idx="11" hasCustomPrompt="1"/>
          </p:nvPr>
        </p:nvSpPr>
        <p:spPr>
          <a:xfrm>
            <a:off x="3317860" y="659465"/>
            <a:ext cx="5556281" cy="5539071"/>
          </a:xfrm>
          <a:custGeom>
            <a:avLst/>
            <a:gdLst>
              <a:gd name="connsiteX0" fmla="*/ 2778140 w 5556281"/>
              <a:gd name="connsiteY0" fmla="*/ 1624152 h 5539071"/>
              <a:gd name="connsiteX1" fmla="*/ 1632756 w 5556281"/>
              <a:gd name="connsiteY1" fmla="*/ 2769536 h 5539071"/>
              <a:gd name="connsiteX2" fmla="*/ 2778140 w 5556281"/>
              <a:gd name="connsiteY2" fmla="*/ 3914920 h 5539071"/>
              <a:gd name="connsiteX3" fmla="*/ 3923524 w 5556281"/>
              <a:gd name="connsiteY3" fmla="*/ 2769536 h 5539071"/>
              <a:gd name="connsiteX4" fmla="*/ 2778140 w 5556281"/>
              <a:gd name="connsiteY4" fmla="*/ 1624152 h 5539071"/>
              <a:gd name="connsiteX5" fmla="*/ 3162198 w 5556281"/>
              <a:gd name="connsiteY5" fmla="*/ 151 h 5539071"/>
              <a:gd name="connsiteX6" fmla="*/ 3189369 w 5556281"/>
              <a:gd name="connsiteY6" fmla="*/ 2803 h 5539071"/>
              <a:gd name="connsiteX7" fmla="*/ 3689300 w 5556281"/>
              <a:gd name="connsiteY7" fmla="*/ 121613 h 5539071"/>
              <a:gd name="connsiteX8" fmla="*/ 3747933 w 5556281"/>
              <a:gd name="connsiteY8" fmla="*/ 194134 h 5539071"/>
              <a:gd name="connsiteX9" fmla="*/ 3751019 w 5556281"/>
              <a:gd name="connsiteY9" fmla="*/ 254313 h 5539071"/>
              <a:gd name="connsiteX10" fmla="*/ 3763361 w 5556281"/>
              <a:gd name="connsiteY10" fmla="*/ 627717 h 5539071"/>
              <a:gd name="connsiteX11" fmla="*/ 3767990 w 5556281"/>
              <a:gd name="connsiteY11" fmla="*/ 731096 h 5539071"/>
              <a:gd name="connsiteX12" fmla="*/ 3815825 w 5556281"/>
              <a:gd name="connsiteY12" fmla="*/ 808246 h 5539071"/>
              <a:gd name="connsiteX13" fmla="*/ 3928463 w 5556281"/>
              <a:gd name="connsiteY13" fmla="*/ 873052 h 5539071"/>
              <a:gd name="connsiteX14" fmla="*/ 4036474 w 5556281"/>
              <a:gd name="connsiteY14" fmla="*/ 873052 h 5539071"/>
              <a:gd name="connsiteX15" fmla="*/ 4493199 w 5556281"/>
              <a:gd name="connsiteY15" fmla="*/ 618458 h 5539071"/>
              <a:gd name="connsiteX16" fmla="*/ 4590409 w 5556281"/>
              <a:gd name="connsiteY16" fmla="*/ 632346 h 5539071"/>
              <a:gd name="connsiteX17" fmla="*/ 4945295 w 5556281"/>
              <a:gd name="connsiteY17" fmla="*/ 994951 h 5539071"/>
              <a:gd name="connsiteX18" fmla="*/ 4957640 w 5556281"/>
              <a:gd name="connsiteY18" fmla="*/ 1095244 h 5539071"/>
              <a:gd name="connsiteX19" fmla="*/ 4692245 w 5556281"/>
              <a:gd name="connsiteY19" fmla="*/ 1542714 h 5539071"/>
              <a:gd name="connsiteX20" fmla="*/ 4690702 w 5556281"/>
              <a:gd name="connsiteY20" fmla="*/ 1646093 h 5539071"/>
              <a:gd name="connsiteX21" fmla="*/ 4758594 w 5556281"/>
              <a:gd name="connsiteY21" fmla="*/ 1771076 h 5539071"/>
              <a:gd name="connsiteX22" fmla="*/ 4837287 w 5556281"/>
              <a:gd name="connsiteY22" fmla="*/ 1820454 h 5539071"/>
              <a:gd name="connsiteX23" fmla="*/ 5014730 w 5556281"/>
              <a:gd name="connsiteY23" fmla="*/ 1832795 h 5539071"/>
              <a:gd name="connsiteX24" fmla="*/ 5375792 w 5556281"/>
              <a:gd name="connsiteY24" fmla="*/ 1855941 h 5539071"/>
              <a:gd name="connsiteX25" fmla="*/ 5445227 w 5556281"/>
              <a:gd name="connsiteY25" fmla="*/ 1914574 h 5539071"/>
              <a:gd name="connsiteX26" fmla="*/ 5554778 w 5556281"/>
              <a:gd name="connsiteY26" fmla="*/ 2417592 h 5539071"/>
              <a:gd name="connsiteX27" fmla="*/ 5537805 w 5556281"/>
              <a:gd name="connsiteY27" fmla="*/ 2479311 h 5539071"/>
              <a:gd name="connsiteX28" fmla="*/ 5506946 w 5556281"/>
              <a:gd name="connsiteY28" fmla="*/ 2500914 h 5539071"/>
              <a:gd name="connsiteX29" fmla="*/ 5042505 w 5556281"/>
              <a:gd name="connsiteY29" fmla="*/ 2732362 h 5539071"/>
              <a:gd name="connsiteX30" fmla="*/ 4990041 w 5556281"/>
              <a:gd name="connsiteY30" fmla="*/ 2811055 h 5539071"/>
              <a:gd name="connsiteX31" fmla="*/ 4979243 w 5556281"/>
              <a:gd name="connsiteY31" fmla="*/ 2985415 h 5539071"/>
              <a:gd name="connsiteX32" fmla="*/ 5019359 w 5556281"/>
              <a:gd name="connsiteY32" fmla="*/ 3068735 h 5539071"/>
              <a:gd name="connsiteX33" fmla="*/ 5448313 w 5556281"/>
              <a:gd name="connsiteY33" fmla="*/ 3385051 h 5539071"/>
              <a:gd name="connsiteX34" fmla="*/ 5477631 w 5556281"/>
              <a:gd name="connsiteY34" fmla="*/ 3480714 h 5539071"/>
              <a:gd name="connsiteX35" fmla="*/ 5398935 w 5556281"/>
              <a:gd name="connsiteY35" fmla="*/ 3698277 h 5539071"/>
              <a:gd name="connsiteX36" fmla="*/ 5309443 w 5556281"/>
              <a:gd name="connsiteY36" fmla="*/ 3940526 h 5539071"/>
              <a:gd name="connsiteX37" fmla="*/ 5233836 w 5556281"/>
              <a:gd name="connsiteY37" fmla="*/ 3989904 h 5539071"/>
              <a:gd name="connsiteX38" fmla="*/ 5040963 w 5556281"/>
              <a:gd name="connsiteY38" fmla="*/ 3969844 h 5539071"/>
              <a:gd name="connsiteX39" fmla="*/ 4707676 w 5556281"/>
              <a:gd name="connsiteY39" fmla="*/ 3934357 h 5539071"/>
              <a:gd name="connsiteX40" fmla="*/ 4622811 w 5556281"/>
              <a:gd name="connsiteY40" fmla="*/ 3972931 h 5539071"/>
              <a:gd name="connsiteX41" fmla="*/ 4502457 w 5556281"/>
              <a:gd name="connsiteY41" fmla="*/ 4136489 h 5539071"/>
              <a:gd name="connsiteX42" fmla="*/ 4488570 w 5556281"/>
              <a:gd name="connsiteY42" fmla="*/ 4239869 h 5539071"/>
              <a:gd name="connsiteX43" fmla="*/ 4675271 w 5556281"/>
              <a:gd name="connsiteY43" fmla="*/ 4730542 h 5539071"/>
              <a:gd name="connsiteX44" fmla="*/ 4647499 w 5556281"/>
              <a:gd name="connsiteY44" fmla="*/ 4830835 h 5539071"/>
              <a:gd name="connsiteX45" fmla="*/ 4278723 w 5556281"/>
              <a:gd name="connsiteY45" fmla="*/ 5110117 h 5539071"/>
              <a:gd name="connsiteX46" fmla="*/ 4178427 w 5556281"/>
              <a:gd name="connsiteY46" fmla="*/ 5108574 h 5539071"/>
              <a:gd name="connsiteX47" fmla="*/ 3778791 w 5556281"/>
              <a:gd name="connsiteY47" fmla="*/ 4786089 h 5539071"/>
              <a:gd name="connsiteX48" fmla="*/ 3684671 w 5556281"/>
              <a:gd name="connsiteY48" fmla="*/ 4767572 h 5539071"/>
              <a:gd name="connsiteX49" fmla="*/ 3450134 w 5556281"/>
              <a:gd name="connsiteY49" fmla="*/ 4857067 h 5539071"/>
              <a:gd name="connsiteX50" fmla="*/ 3393044 w 5556281"/>
              <a:gd name="connsiteY50" fmla="*/ 4924959 h 5539071"/>
              <a:gd name="connsiteX51" fmla="*/ 3360639 w 5556281"/>
              <a:gd name="connsiteY51" fmla="*/ 5079259 h 5539071"/>
              <a:gd name="connsiteX52" fmla="*/ 3283489 w 5556281"/>
              <a:gd name="connsiteY52" fmla="*/ 5448033 h 5539071"/>
              <a:gd name="connsiteX53" fmla="*/ 3218687 w 5556281"/>
              <a:gd name="connsiteY53" fmla="*/ 5509753 h 5539071"/>
              <a:gd name="connsiteX54" fmla="*/ 2973349 w 5556281"/>
              <a:gd name="connsiteY54" fmla="*/ 5535985 h 5539071"/>
              <a:gd name="connsiteX55" fmla="*/ 2868424 w 5556281"/>
              <a:gd name="connsiteY55" fmla="*/ 5539071 h 5539071"/>
              <a:gd name="connsiteX56" fmla="*/ 2723385 w 5556281"/>
              <a:gd name="connsiteY56" fmla="*/ 5539071 h 5539071"/>
              <a:gd name="connsiteX57" fmla="*/ 2666291 w 5556281"/>
              <a:gd name="connsiteY57" fmla="*/ 5474265 h 5539071"/>
              <a:gd name="connsiteX58" fmla="*/ 2507365 w 5556281"/>
              <a:gd name="connsiteY58" fmla="*/ 4992850 h 5539071"/>
              <a:gd name="connsiteX59" fmla="*/ 2431758 w 5556281"/>
              <a:gd name="connsiteY59" fmla="*/ 4924959 h 5539071"/>
              <a:gd name="connsiteX60" fmla="*/ 2184880 w 5556281"/>
              <a:gd name="connsiteY60" fmla="*/ 4869411 h 5539071"/>
              <a:gd name="connsiteX61" fmla="*/ 2075329 w 5556281"/>
              <a:gd name="connsiteY61" fmla="*/ 4901813 h 5539071"/>
              <a:gd name="connsiteX62" fmla="*/ 1714267 w 5556281"/>
              <a:gd name="connsiteY62" fmla="*/ 5267504 h 5539071"/>
              <a:gd name="connsiteX63" fmla="*/ 1621686 w 5556281"/>
              <a:gd name="connsiteY63" fmla="*/ 5282934 h 5539071"/>
              <a:gd name="connsiteX64" fmla="*/ 1234396 w 5556281"/>
              <a:gd name="connsiteY64" fmla="*/ 5065371 h 5539071"/>
              <a:gd name="connsiteX65" fmla="*/ 1191190 w 5556281"/>
              <a:gd name="connsiteY65" fmla="*/ 4966618 h 5539071"/>
              <a:gd name="connsiteX66" fmla="*/ 1317715 w 5556281"/>
              <a:gd name="connsiteY66" fmla="*/ 4468233 h 5539071"/>
              <a:gd name="connsiteX67" fmla="*/ 1294569 w 5556281"/>
              <a:gd name="connsiteY67" fmla="*/ 4372566 h 5539071"/>
              <a:gd name="connsiteX68" fmla="*/ 1107868 w 5556281"/>
              <a:gd name="connsiteY68" fmla="*/ 4178149 h 5539071"/>
              <a:gd name="connsiteX69" fmla="*/ 1018376 w 5556281"/>
              <a:gd name="connsiteY69" fmla="*/ 4151917 h 5539071"/>
              <a:gd name="connsiteX70" fmla="*/ 928882 w 5556281"/>
              <a:gd name="connsiteY70" fmla="*/ 4171977 h 5539071"/>
              <a:gd name="connsiteX71" fmla="*/ 509190 w 5556281"/>
              <a:gd name="connsiteY71" fmla="*/ 4266101 h 5539071"/>
              <a:gd name="connsiteX72" fmla="*/ 422778 w 5556281"/>
              <a:gd name="connsiteY72" fmla="*/ 4227524 h 5539071"/>
              <a:gd name="connsiteX73" fmla="*/ 211391 w 5556281"/>
              <a:gd name="connsiteY73" fmla="*/ 3818630 h 5539071"/>
              <a:gd name="connsiteX74" fmla="*/ 226818 w 5556281"/>
              <a:gd name="connsiteY74" fmla="*/ 3730682 h 5539071"/>
              <a:gd name="connsiteX75" fmla="*/ 617198 w 5556281"/>
              <a:gd name="connsiteY75" fmla="*/ 3368077 h 5539071"/>
              <a:gd name="connsiteX76" fmla="*/ 648056 w 5556281"/>
              <a:gd name="connsiteY76" fmla="*/ 3280125 h 5539071"/>
              <a:gd name="connsiteX77" fmla="*/ 601767 w 5556281"/>
              <a:gd name="connsiteY77" fmla="*/ 3028618 h 5539071"/>
              <a:gd name="connsiteX78" fmla="*/ 541591 w 5556281"/>
              <a:gd name="connsiteY78" fmla="*/ 2957640 h 5539071"/>
              <a:gd name="connsiteX79" fmla="*/ 200589 w 5556281"/>
              <a:gd name="connsiteY79" fmla="*/ 2832658 h 5539071"/>
              <a:gd name="connsiteX80" fmla="*/ 0 w 5556281"/>
              <a:gd name="connsiteY80" fmla="*/ 2757051 h 5539071"/>
              <a:gd name="connsiteX81" fmla="*/ 0 w 5556281"/>
              <a:gd name="connsiteY81" fmla="*/ 2670642 h 5539071"/>
              <a:gd name="connsiteX82" fmla="*/ 13885 w 5556281"/>
              <a:gd name="connsiteY82" fmla="*/ 2519428 h 5539071"/>
              <a:gd name="connsiteX83" fmla="*/ 52461 w 5556281"/>
              <a:gd name="connsiteY83" fmla="*/ 2224718 h 5539071"/>
              <a:gd name="connsiteX84" fmla="*/ 114181 w 5556281"/>
              <a:gd name="connsiteY84" fmla="*/ 2162996 h 5539071"/>
              <a:gd name="connsiteX85" fmla="*/ 640344 w 5556281"/>
              <a:gd name="connsiteY85" fmla="*/ 2067332 h 5539071"/>
              <a:gd name="connsiteX86" fmla="*/ 717491 w 5556281"/>
              <a:gd name="connsiteY86" fmla="*/ 2007155 h 5539071"/>
              <a:gd name="connsiteX87" fmla="*/ 797727 w 5556281"/>
              <a:gd name="connsiteY87" fmla="*/ 1814281 h 5539071"/>
              <a:gd name="connsiteX88" fmla="*/ 783840 w 5556281"/>
              <a:gd name="connsiteY88" fmla="*/ 1704727 h 5539071"/>
              <a:gd name="connsiteX89" fmla="*/ 476785 w 5556281"/>
              <a:gd name="connsiteY89" fmla="*/ 1300462 h 5539071"/>
              <a:gd name="connsiteX90" fmla="*/ 478329 w 5556281"/>
              <a:gd name="connsiteY90" fmla="*/ 1200169 h 5539071"/>
              <a:gd name="connsiteX91" fmla="*/ 776125 w 5556281"/>
              <a:gd name="connsiteY91" fmla="*/ 831392 h 5539071"/>
              <a:gd name="connsiteX92" fmla="*/ 881050 w 5556281"/>
              <a:gd name="connsiteY92" fmla="*/ 803617 h 5539071"/>
              <a:gd name="connsiteX93" fmla="*/ 1368636 w 5556281"/>
              <a:gd name="connsiteY93" fmla="*/ 1005749 h 5539071"/>
              <a:gd name="connsiteX94" fmla="*/ 1462757 w 5556281"/>
              <a:gd name="connsiteY94" fmla="*/ 998037 h 5539071"/>
              <a:gd name="connsiteX95" fmla="*/ 1617057 w 5556281"/>
              <a:gd name="connsiteY95" fmla="*/ 891569 h 5539071"/>
              <a:gd name="connsiteX96" fmla="*/ 1654088 w 5556281"/>
              <a:gd name="connsiteY96" fmla="*/ 819048 h 5539071"/>
              <a:gd name="connsiteX97" fmla="*/ 1651005 w 5556281"/>
              <a:gd name="connsiteY97" fmla="*/ 765044 h 5539071"/>
              <a:gd name="connsiteX98" fmla="*/ 1632488 w 5556281"/>
              <a:gd name="connsiteY98" fmla="*/ 525881 h 5539071"/>
              <a:gd name="connsiteX99" fmla="*/ 1613971 w 5556281"/>
              <a:gd name="connsiteY99" fmla="*/ 286715 h 5539071"/>
              <a:gd name="connsiteX100" fmla="*/ 1664889 w 5556281"/>
              <a:gd name="connsiteY100" fmla="*/ 208022 h 5539071"/>
              <a:gd name="connsiteX101" fmla="*/ 2141674 w 5556281"/>
              <a:gd name="connsiteY101" fmla="*/ 47552 h 5539071"/>
              <a:gd name="connsiteX102" fmla="*/ 2172535 w 5556281"/>
              <a:gd name="connsiteY102" fmla="*/ 42923 h 5539071"/>
              <a:gd name="connsiteX103" fmla="*/ 2237341 w 5556281"/>
              <a:gd name="connsiteY103" fmla="*/ 86126 h 5539071"/>
              <a:gd name="connsiteX104" fmla="*/ 2535137 w 5556281"/>
              <a:gd name="connsiteY104" fmla="*/ 516622 h 5539071"/>
              <a:gd name="connsiteX105" fmla="*/ 2627718 w 5556281"/>
              <a:gd name="connsiteY105" fmla="*/ 561368 h 5539071"/>
              <a:gd name="connsiteX106" fmla="*/ 2786647 w 5556281"/>
              <a:gd name="connsiteY106" fmla="*/ 555196 h 5539071"/>
              <a:gd name="connsiteX107" fmla="*/ 2836022 w 5556281"/>
              <a:gd name="connsiteY107" fmla="*/ 530507 h 5539071"/>
              <a:gd name="connsiteX108" fmla="*/ 2852996 w 5556281"/>
              <a:gd name="connsiteY108" fmla="*/ 505821 h 5539071"/>
              <a:gd name="connsiteX109" fmla="*/ 2930143 w 5556281"/>
              <a:gd name="connsiteY109" fmla="*/ 363865 h 5539071"/>
              <a:gd name="connsiteX110" fmla="*/ 3102960 w 5556281"/>
              <a:gd name="connsiteY110" fmla="*/ 41380 h 5539071"/>
              <a:gd name="connsiteX111" fmla="*/ 3162198 w 5556281"/>
              <a:gd name="connsiteY111" fmla="*/ 151 h 5539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5556281" h="5539071">
                <a:moveTo>
                  <a:pt x="2778140" y="1624152"/>
                </a:moveTo>
                <a:cubicBezTo>
                  <a:pt x="2145562" y="1624152"/>
                  <a:pt x="1632756" y="2136958"/>
                  <a:pt x="1632756" y="2769536"/>
                </a:cubicBezTo>
                <a:cubicBezTo>
                  <a:pt x="1632756" y="3402114"/>
                  <a:pt x="2145562" y="3914920"/>
                  <a:pt x="2778140" y="3914920"/>
                </a:cubicBezTo>
                <a:cubicBezTo>
                  <a:pt x="3410718" y="3914920"/>
                  <a:pt x="3923524" y="3402114"/>
                  <a:pt x="3923524" y="2769536"/>
                </a:cubicBezTo>
                <a:cubicBezTo>
                  <a:pt x="3923524" y="2136958"/>
                  <a:pt x="3410718" y="1624152"/>
                  <a:pt x="2778140" y="1624152"/>
                </a:cubicBezTo>
                <a:close/>
                <a:moveTo>
                  <a:pt x="3162198" y="151"/>
                </a:moveTo>
                <a:cubicBezTo>
                  <a:pt x="3170660" y="-379"/>
                  <a:pt x="3179725" y="489"/>
                  <a:pt x="3189369" y="2803"/>
                </a:cubicBezTo>
                <a:cubicBezTo>
                  <a:pt x="3356013" y="42923"/>
                  <a:pt x="3522655" y="81496"/>
                  <a:pt x="3689300" y="121613"/>
                </a:cubicBezTo>
                <a:cubicBezTo>
                  <a:pt x="3724787" y="130871"/>
                  <a:pt x="3746390" y="157104"/>
                  <a:pt x="3747933" y="194134"/>
                </a:cubicBezTo>
                <a:cubicBezTo>
                  <a:pt x="3749476" y="214194"/>
                  <a:pt x="3749476" y="234254"/>
                  <a:pt x="3751019" y="254313"/>
                </a:cubicBezTo>
                <a:cubicBezTo>
                  <a:pt x="3755645" y="379296"/>
                  <a:pt x="3758735" y="504278"/>
                  <a:pt x="3763361" y="627717"/>
                </a:cubicBezTo>
                <a:cubicBezTo>
                  <a:pt x="3764907" y="661664"/>
                  <a:pt x="3766450" y="697152"/>
                  <a:pt x="3767990" y="731096"/>
                </a:cubicBezTo>
                <a:cubicBezTo>
                  <a:pt x="3769533" y="765044"/>
                  <a:pt x="3786507" y="791275"/>
                  <a:pt x="3815825" y="808246"/>
                </a:cubicBezTo>
                <a:cubicBezTo>
                  <a:pt x="3852855" y="829849"/>
                  <a:pt x="3891432" y="849909"/>
                  <a:pt x="3928463" y="873052"/>
                </a:cubicBezTo>
                <a:cubicBezTo>
                  <a:pt x="3965496" y="894655"/>
                  <a:pt x="3999440" y="893112"/>
                  <a:pt x="4036474" y="873052"/>
                </a:cubicBezTo>
                <a:cubicBezTo>
                  <a:pt x="4189231" y="788189"/>
                  <a:pt x="4340442" y="703324"/>
                  <a:pt x="4493199" y="618458"/>
                </a:cubicBezTo>
                <a:cubicBezTo>
                  <a:pt x="4528689" y="598402"/>
                  <a:pt x="4562634" y="604571"/>
                  <a:pt x="4590409" y="632346"/>
                </a:cubicBezTo>
                <a:cubicBezTo>
                  <a:pt x="4709219" y="752699"/>
                  <a:pt x="4826485" y="874595"/>
                  <a:pt x="4945295" y="994951"/>
                </a:cubicBezTo>
                <a:cubicBezTo>
                  <a:pt x="4976157" y="1027352"/>
                  <a:pt x="4980786" y="1056670"/>
                  <a:pt x="4957640" y="1095244"/>
                </a:cubicBezTo>
                <a:cubicBezTo>
                  <a:pt x="4869689" y="1244915"/>
                  <a:pt x="4780194" y="1393043"/>
                  <a:pt x="4692245" y="1542714"/>
                </a:cubicBezTo>
                <a:cubicBezTo>
                  <a:pt x="4672185" y="1576659"/>
                  <a:pt x="4670643" y="1612149"/>
                  <a:pt x="4690702" y="1646093"/>
                </a:cubicBezTo>
                <a:cubicBezTo>
                  <a:pt x="4713848" y="1687753"/>
                  <a:pt x="4735448" y="1729416"/>
                  <a:pt x="4758594" y="1771076"/>
                </a:cubicBezTo>
                <a:cubicBezTo>
                  <a:pt x="4775567" y="1801937"/>
                  <a:pt x="4801797" y="1818911"/>
                  <a:pt x="4837287" y="1820454"/>
                </a:cubicBezTo>
                <a:cubicBezTo>
                  <a:pt x="4895921" y="1825083"/>
                  <a:pt x="4956097" y="1828169"/>
                  <a:pt x="5014730" y="1832795"/>
                </a:cubicBezTo>
                <a:cubicBezTo>
                  <a:pt x="5135083" y="1840510"/>
                  <a:pt x="5255439" y="1848226"/>
                  <a:pt x="5375792" y="1855941"/>
                </a:cubicBezTo>
                <a:cubicBezTo>
                  <a:pt x="5409736" y="1857484"/>
                  <a:pt x="5437511" y="1880630"/>
                  <a:pt x="5445227" y="1914574"/>
                </a:cubicBezTo>
                <a:cubicBezTo>
                  <a:pt x="5482257" y="2081219"/>
                  <a:pt x="5517747" y="2249404"/>
                  <a:pt x="5554778" y="2417592"/>
                </a:cubicBezTo>
                <a:cubicBezTo>
                  <a:pt x="5559407" y="2440735"/>
                  <a:pt x="5553235" y="2460795"/>
                  <a:pt x="5537805" y="2479311"/>
                </a:cubicBezTo>
                <a:cubicBezTo>
                  <a:pt x="5530089" y="2488570"/>
                  <a:pt x="5517747" y="2494742"/>
                  <a:pt x="5506946" y="2500914"/>
                </a:cubicBezTo>
                <a:cubicBezTo>
                  <a:pt x="5352646" y="2578062"/>
                  <a:pt x="5198345" y="2655212"/>
                  <a:pt x="5042505" y="2732362"/>
                </a:cubicBezTo>
                <a:cubicBezTo>
                  <a:pt x="5010101" y="2749336"/>
                  <a:pt x="4991587" y="2774025"/>
                  <a:pt x="4990041" y="2811055"/>
                </a:cubicBezTo>
                <a:cubicBezTo>
                  <a:pt x="4986958" y="2869688"/>
                  <a:pt x="4982326" y="2926779"/>
                  <a:pt x="4979243" y="2985415"/>
                </a:cubicBezTo>
                <a:cubicBezTo>
                  <a:pt x="4977699" y="3019360"/>
                  <a:pt x="4990041" y="3048678"/>
                  <a:pt x="5019359" y="3068735"/>
                </a:cubicBezTo>
                <a:cubicBezTo>
                  <a:pt x="5162858" y="3173660"/>
                  <a:pt x="5304814" y="3280125"/>
                  <a:pt x="5448313" y="3385051"/>
                </a:cubicBezTo>
                <a:cubicBezTo>
                  <a:pt x="5482257" y="3409737"/>
                  <a:pt x="5493059" y="3440598"/>
                  <a:pt x="5477631" y="3480714"/>
                </a:cubicBezTo>
                <a:cubicBezTo>
                  <a:pt x="5451399" y="3553235"/>
                  <a:pt x="5425167" y="3625756"/>
                  <a:pt x="5398935" y="3698277"/>
                </a:cubicBezTo>
                <a:cubicBezTo>
                  <a:pt x="5369619" y="3778514"/>
                  <a:pt x="5340305" y="3860293"/>
                  <a:pt x="5309443" y="3940526"/>
                </a:cubicBezTo>
                <a:cubicBezTo>
                  <a:pt x="5297099" y="3974474"/>
                  <a:pt x="5267781" y="3992990"/>
                  <a:pt x="5233836" y="3989904"/>
                </a:cubicBezTo>
                <a:cubicBezTo>
                  <a:pt x="5169031" y="3983732"/>
                  <a:pt x="5105768" y="3976017"/>
                  <a:pt x="5040963" y="3969844"/>
                </a:cubicBezTo>
                <a:cubicBezTo>
                  <a:pt x="4929868" y="3957500"/>
                  <a:pt x="4818771" y="3945155"/>
                  <a:pt x="4707676" y="3934357"/>
                </a:cubicBezTo>
                <a:cubicBezTo>
                  <a:pt x="4672185" y="3931271"/>
                  <a:pt x="4644413" y="3943612"/>
                  <a:pt x="4622811" y="3972931"/>
                </a:cubicBezTo>
                <a:cubicBezTo>
                  <a:pt x="4582694" y="4026935"/>
                  <a:pt x="4544117" y="4082482"/>
                  <a:pt x="4502457" y="4136489"/>
                </a:cubicBezTo>
                <a:cubicBezTo>
                  <a:pt x="4477769" y="4168891"/>
                  <a:pt x="4474683" y="4202838"/>
                  <a:pt x="4488570" y="4239869"/>
                </a:cubicBezTo>
                <a:cubicBezTo>
                  <a:pt x="4550289" y="4403427"/>
                  <a:pt x="4613552" y="4566983"/>
                  <a:pt x="4675271" y="4730542"/>
                </a:cubicBezTo>
                <a:cubicBezTo>
                  <a:pt x="4692245" y="4773744"/>
                  <a:pt x="4682987" y="4803063"/>
                  <a:pt x="4647499" y="4830835"/>
                </a:cubicBezTo>
                <a:cubicBezTo>
                  <a:pt x="4524057" y="4923416"/>
                  <a:pt x="4402161" y="5017539"/>
                  <a:pt x="4278723" y="5110117"/>
                </a:cubicBezTo>
                <a:cubicBezTo>
                  <a:pt x="4243235" y="5136349"/>
                  <a:pt x="4212374" y="5136349"/>
                  <a:pt x="4178427" y="5108574"/>
                </a:cubicBezTo>
                <a:cubicBezTo>
                  <a:pt x="4045729" y="5002109"/>
                  <a:pt x="3911492" y="4894097"/>
                  <a:pt x="3778791" y="4786089"/>
                </a:cubicBezTo>
                <a:cubicBezTo>
                  <a:pt x="3749476" y="4762943"/>
                  <a:pt x="3718615" y="4755228"/>
                  <a:pt x="3684671" y="4767572"/>
                </a:cubicBezTo>
                <a:cubicBezTo>
                  <a:pt x="3605977" y="4796890"/>
                  <a:pt x="3527284" y="4826209"/>
                  <a:pt x="3450134" y="4857067"/>
                </a:cubicBezTo>
                <a:cubicBezTo>
                  <a:pt x="3419276" y="4869411"/>
                  <a:pt x="3400759" y="4892557"/>
                  <a:pt x="3393044" y="4924959"/>
                </a:cubicBezTo>
                <a:cubicBezTo>
                  <a:pt x="3382243" y="4975877"/>
                  <a:pt x="3371444" y="5028338"/>
                  <a:pt x="3360639" y="5079259"/>
                </a:cubicBezTo>
                <a:cubicBezTo>
                  <a:pt x="3334411" y="5202698"/>
                  <a:pt x="3309721" y="5324594"/>
                  <a:pt x="3283489" y="5448033"/>
                </a:cubicBezTo>
                <a:cubicBezTo>
                  <a:pt x="3275777" y="5483524"/>
                  <a:pt x="3254174" y="5505126"/>
                  <a:pt x="3218687" y="5509753"/>
                </a:cubicBezTo>
                <a:cubicBezTo>
                  <a:pt x="3136907" y="5520554"/>
                  <a:pt x="3055128" y="5528269"/>
                  <a:pt x="2973349" y="5535985"/>
                </a:cubicBezTo>
                <a:cubicBezTo>
                  <a:pt x="2933232" y="5532899"/>
                  <a:pt x="2900828" y="5535985"/>
                  <a:pt x="2868424" y="5539071"/>
                </a:cubicBezTo>
                <a:cubicBezTo>
                  <a:pt x="2820592" y="5539071"/>
                  <a:pt x="2772760" y="5539071"/>
                  <a:pt x="2723385" y="5539071"/>
                </a:cubicBezTo>
                <a:cubicBezTo>
                  <a:pt x="2692523" y="5528269"/>
                  <a:pt x="2675550" y="5505126"/>
                  <a:pt x="2666291" y="5474265"/>
                </a:cubicBezTo>
                <a:cubicBezTo>
                  <a:pt x="2613831" y="5313793"/>
                  <a:pt x="2559826" y="5153323"/>
                  <a:pt x="2507365" y="4992850"/>
                </a:cubicBezTo>
                <a:cubicBezTo>
                  <a:pt x="2495021" y="4955817"/>
                  <a:pt x="2470335" y="4932674"/>
                  <a:pt x="2431758" y="4924959"/>
                </a:cubicBezTo>
                <a:cubicBezTo>
                  <a:pt x="2349979" y="4906442"/>
                  <a:pt x="2266657" y="4889468"/>
                  <a:pt x="2184880" y="4869411"/>
                </a:cubicBezTo>
                <a:cubicBezTo>
                  <a:pt x="2141674" y="4858610"/>
                  <a:pt x="2106187" y="4869411"/>
                  <a:pt x="2075329" y="4901813"/>
                </a:cubicBezTo>
                <a:cubicBezTo>
                  <a:pt x="1956516" y="5025252"/>
                  <a:pt x="1834620" y="5145608"/>
                  <a:pt x="1714267" y="5267504"/>
                </a:cubicBezTo>
                <a:cubicBezTo>
                  <a:pt x="1686492" y="5295276"/>
                  <a:pt x="1654088" y="5301451"/>
                  <a:pt x="1621686" y="5282934"/>
                </a:cubicBezTo>
                <a:cubicBezTo>
                  <a:pt x="1492075" y="5210413"/>
                  <a:pt x="1364004" y="5137892"/>
                  <a:pt x="1234396" y="5065371"/>
                </a:cubicBezTo>
                <a:cubicBezTo>
                  <a:pt x="1189647" y="5040682"/>
                  <a:pt x="1178846" y="5014453"/>
                  <a:pt x="1191190" y="4966618"/>
                </a:cubicBezTo>
                <a:cubicBezTo>
                  <a:pt x="1232850" y="4799977"/>
                  <a:pt x="1276055" y="4634875"/>
                  <a:pt x="1317715" y="4468233"/>
                </a:cubicBezTo>
                <a:cubicBezTo>
                  <a:pt x="1326977" y="4432743"/>
                  <a:pt x="1320801" y="4400341"/>
                  <a:pt x="1294569" y="4372566"/>
                </a:cubicBezTo>
                <a:cubicBezTo>
                  <a:pt x="1232850" y="4307760"/>
                  <a:pt x="1169587" y="4242955"/>
                  <a:pt x="1107868" y="4178149"/>
                </a:cubicBezTo>
                <a:cubicBezTo>
                  <a:pt x="1083182" y="4151917"/>
                  <a:pt x="1052321" y="4144202"/>
                  <a:pt x="1018376" y="4151917"/>
                </a:cubicBezTo>
                <a:cubicBezTo>
                  <a:pt x="987518" y="4158089"/>
                  <a:pt x="958200" y="4165804"/>
                  <a:pt x="928882" y="4171977"/>
                </a:cubicBezTo>
                <a:cubicBezTo>
                  <a:pt x="788469" y="4202838"/>
                  <a:pt x="649599" y="4235239"/>
                  <a:pt x="509190" y="4266101"/>
                </a:cubicBezTo>
                <a:cubicBezTo>
                  <a:pt x="470613" y="4275359"/>
                  <a:pt x="439755" y="4261472"/>
                  <a:pt x="422778" y="4227524"/>
                </a:cubicBezTo>
                <a:cubicBezTo>
                  <a:pt x="351800" y="4091740"/>
                  <a:pt x="282366" y="3954414"/>
                  <a:pt x="211391" y="3818630"/>
                </a:cubicBezTo>
                <a:cubicBezTo>
                  <a:pt x="195960" y="3787772"/>
                  <a:pt x="202132" y="3753825"/>
                  <a:pt x="226818" y="3730682"/>
                </a:cubicBezTo>
                <a:cubicBezTo>
                  <a:pt x="356433" y="3610326"/>
                  <a:pt x="487587" y="3488430"/>
                  <a:pt x="617198" y="3368077"/>
                </a:cubicBezTo>
                <a:cubicBezTo>
                  <a:pt x="643427" y="3344931"/>
                  <a:pt x="652686" y="3314073"/>
                  <a:pt x="648056" y="3280125"/>
                </a:cubicBezTo>
                <a:cubicBezTo>
                  <a:pt x="632629" y="3196803"/>
                  <a:pt x="617198" y="3111937"/>
                  <a:pt x="601767" y="3028618"/>
                </a:cubicBezTo>
                <a:cubicBezTo>
                  <a:pt x="595595" y="2993127"/>
                  <a:pt x="575535" y="2969985"/>
                  <a:pt x="541591" y="2957640"/>
                </a:cubicBezTo>
                <a:cubicBezTo>
                  <a:pt x="427407" y="2915980"/>
                  <a:pt x="313227" y="2874318"/>
                  <a:pt x="200589" y="2832658"/>
                </a:cubicBezTo>
                <a:cubicBezTo>
                  <a:pt x="134241" y="2807969"/>
                  <a:pt x="66349" y="2786366"/>
                  <a:pt x="0" y="2757051"/>
                </a:cubicBezTo>
                <a:cubicBezTo>
                  <a:pt x="0" y="2727733"/>
                  <a:pt x="0" y="2699960"/>
                  <a:pt x="0" y="2670642"/>
                </a:cubicBezTo>
                <a:cubicBezTo>
                  <a:pt x="4629" y="2619724"/>
                  <a:pt x="9259" y="2570349"/>
                  <a:pt x="13885" y="2519428"/>
                </a:cubicBezTo>
                <a:cubicBezTo>
                  <a:pt x="23146" y="2420678"/>
                  <a:pt x="37031" y="2321925"/>
                  <a:pt x="52461" y="2224718"/>
                </a:cubicBezTo>
                <a:cubicBezTo>
                  <a:pt x="57091" y="2192314"/>
                  <a:pt x="80236" y="2169168"/>
                  <a:pt x="114181" y="2162996"/>
                </a:cubicBezTo>
                <a:cubicBezTo>
                  <a:pt x="290081" y="2130594"/>
                  <a:pt x="464441" y="2099733"/>
                  <a:pt x="640344" y="2067332"/>
                </a:cubicBezTo>
                <a:cubicBezTo>
                  <a:pt x="677375" y="2061160"/>
                  <a:pt x="702064" y="2041100"/>
                  <a:pt x="717491" y="2007155"/>
                </a:cubicBezTo>
                <a:cubicBezTo>
                  <a:pt x="743723" y="1942350"/>
                  <a:pt x="771498" y="1877544"/>
                  <a:pt x="797727" y="1814281"/>
                </a:cubicBezTo>
                <a:cubicBezTo>
                  <a:pt x="814701" y="1774162"/>
                  <a:pt x="810072" y="1740217"/>
                  <a:pt x="783840" y="1704727"/>
                </a:cubicBezTo>
                <a:cubicBezTo>
                  <a:pt x="680461" y="1570486"/>
                  <a:pt x="578625" y="1434703"/>
                  <a:pt x="476785" y="1300462"/>
                </a:cubicBezTo>
                <a:cubicBezTo>
                  <a:pt x="450553" y="1264975"/>
                  <a:pt x="450553" y="1234114"/>
                  <a:pt x="478329" y="1200169"/>
                </a:cubicBezTo>
                <a:cubicBezTo>
                  <a:pt x="577078" y="1076730"/>
                  <a:pt x="675831" y="954831"/>
                  <a:pt x="776125" y="831392"/>
                </a:cubicBezTo>
                <a:cubicBezTo>
                  <a:pt x="808529" y="792819"/>
                  <a:pt x="834761" y="785103"/>
                  <a:pt x="881050" y="803617"/>
                </a:cubicBezTo>
                <a:cubicBezTo>
                  <a:pt x="1043065" y="871512"/>
                  <a:pt x="1205078" y="937860"/>
                  <a:pt x="1368636" y="1005749"/>
                </a:cubicBezTo>
                <a:cubicBezTo>
                  <a:pt x="1401037" y="1019637"/>
                  <a:pt x="1433439" y="1018094"/>
                  <a:pt x="1462757" y="998037"/>
                </a:cubicBezTo>
                <a:cubicBezTo>
                  <a:pt x="1515221" y="962546"/>
                  <a:pt x="1566139" y="927059"/>
                  <a:pt x="1617057" y="891569"/>
                </a:cubicBezTo>
                <a:cubicBezTo>
                  <a:pt x="1641743" y="874595"/>
                  <a:pt x="1654088" y="849909"/>
                  <a:pt x="1654088" y="819048"/>
                </a:cubicBezTo>
                <a:cubicBezTo>
                  <a:pt x="1654088" y="800531"/>
                  <a:pt x="1652548" y="782017"/>
                  <a:pt x="1651005" y="765044"/>
                </a:cubicBezTo>
                <a:cubicBezTo>
                  <a:pt x="1644832" y="684807"/>
                  <a:pt x="1638660" y="606114"/>
                  <a:pt x="1632488" y="525881"/>
                </a:cubicBezTo>
                <a:cubicBezTo>
                  <a:pt x="1626316" y="445644"/>
                  <a:pt x="1620143" y="366951"/>
                  <a:pt x="1613971" y="286715"/>
                </a:cubicBezTo>
                <a:cubicBezTo>
                  <a:pt x="1610885" y="249681"/>
                  <a:pt x="1629402" y="220366"/>
                  <a:pt x="1664889" y="208022"/>
                </a:cubicBezTo>
                <a:cubicBezTo>
                  <a:pt x="1823819" y="154017"/>
                  <a:pt x="1982748" y="100013"/>
                  <a:pt x="2141674" y="47552"/>
                </a:cubicBezTo>
                <a:cubicBezTo>
                  <a:pt x="2152476" y="44466"/>
                  <a:pt x="2161734" y="42923"/>
                  <a:pt x="2172535" y="42923"/>
                </a:cubicBezTo>
                <a:cubicBezTo>
                  <a:pt x="2201851" y="44466"/>
                  <a:pt x="2220367" y="62980"/>
                  <a:pt x="2237341" y="86126"/>
                </a:cubicBezTo>
                <a:cubicBezTo>
                  <a:pt x="2336091" y="229624"/>
                  <a:pt x="2436387" y="373123"/>
                  <a:pt x="2535137" y="516622"/>
                </a:cubicBezTo>
                <a:cubicBezTo>
                  <a:pt x="2558283" y="549024"/>
                  <a:pt x="2589145" y="564454"/>
                  <a:pt x="2627718" y="561368"/>
                </a:cubicBezTo>
                <a:cubicBezTo>
                  <a:pt x="2680179" y="556739"/>
                  <a:pt x="2734186" y="555196"/>
                  <a:pt x="2786647" y="555196"/>
                </a:cubicBezTo>
                <a:cubicBezTo>
                  <a:pt x="2808250" y="555196"/>
                  <a:pt x="2823681" y="547480"/>
                  <a:pt x="2836022" y="530507"/>
                </a:cubicBezTo>
                <a:cubicBezTo>
                  <a:pt x="2842195" y="522794"/>
                  <a:pt x="2848367" y="513536"/>
                  <a:pt x="2852996" y="505821"/>
                </a:cubicBezTo>
                <a:cubicBezTo>
                  <a:pt x="2879228" y="457986"/>
                  <a:pt x="2903914" y="410154"/>
                  <a:pt x="2930143" y="363865"/>
                </a:cubicBezTo>
                <a:cubicBezTo>
                  <a:pt x="2987237" y="255856"/>
                  <a:pt x="3045870" y="149388"/>
                  <a:pt x="3102960" y="41380"/>
                </a:cubicBezTo>
                <a:cubicBezTo>
                  <a:pt x="3116848" y="15919"/>
                  <a:pt x="3136811" y="1742"/>
                  <a:pt x="3162198" y="151"/>
                </a:cubicBezTo>
                <a:close/>
              </a:path>
            </a:pathLst>
          </a:custGeom>
          <a:solidFill>
            <a:schemeClr val="bg1">
              <a:lumMod val="95000"/>
            </a:schemeClr>
          </a:solidFill>
          <a:ln w="152400">
            <a:noFill/>
          </a:ln>
          <a:effectLst/>
        </p:spPr>
        <p:txBody>
          <a:bodyPr wrap="square" anchor="t">
            <a:noAutofit/>
          </a:bodyPr>
          <a:lstStyle>
            <a:lvl1pPr marL="0" indent="0" algn="ctr">
              <a:buFontTx/>
              <a:buNone/>
              <a:defRPr sz="20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2047253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Image slide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71424D9-1201-489D-8759-802BEB428968}"/>
              </a:ext>
            </a:extLst>
          </p:cNvPr>
          <p:cNvSpPr/>
          <p:nvPr userDrawn="1"/>
        </p:nvSpPr>
        <p:spPr>
          <a:xfrm>
            <a:off x="808468" y="3753255"/>
            <a:ext cx="3143250" cy="20049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F0AA1C5-BCBE-4E2F-A961-AB73B3335AEC}"/>
              </a:ext>
            </a:extLst>
          </p:cNvPr>
          <p:cNvSpPr/>
          <p:nvPr userDrawn="1"/>
        </p:nvSpPr>
        <p:spPr>
          <a:xfrm>
            <a:off x="0" y="0"/>
            <a:ext cx="12192000" cy="37532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AA3D867-D133-48FC-B3C8-A5F667B90D58}"/>
              </a:ext>
            </a:extLst>
          </p:cNvPr>
          <p:cNvSpPr/>
          <p:nvPr userDrawn="1"/>
        </p:nvSpPr>
        <p:spPr>
          <a:xfrm>
            <a:off x="819150" y="1762124"/>
            <a:ext cx="3143250" cy="19911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그림 개체 틀 2">
            <a:extLst>
              <a:ext uri="{FF2B5EF4-FFF2-40B4-BE49-F238E27FC236}">
                <a16:creationId xmlns:a16="http://schemas.microsoft.com/office/drawing/2014/main" id="{4E22717C-9F52-4A37-85B9-FD48F3E55AAC}"/>
              </a:ext>
            </a:extLst>
          </p:cNvPr>
          <p:cNvSpPr>
            <a:spLocks noGrp="1"/>
          </p:cNvSpPr>
          <p:nvPr>
            <p:ph type="pic" sz="quarter" idx="14" hasCustomPrompt="1"/>
          </p:nvPr>
        </p:nvSpPr>
        <p:spPr>
          <a:xfrm>
            <a:off x="902288" y="1883517"/>
            <a:ext cx="2955610" cy="3753256"/>
          </a:xfrm>
          <a:prstGeom prst="rect">
            <a:avLst/>
          </a:prstGeom>
          <a:solidFill>
            <a:schemeClr val="bg1">
              <a:lumMod val="95000"/>
            </a:schemeClr>
          </a:solidFill>
          <a:ln w="12700">
            <a:gradFill>
              <a:gsLst>
                <a:gs pos="0">
                  <a:schemeClr val="bg1">
                    <a:alpha val="59000"/>
                  </a:schemeClr>
                </a:gs>
                <a:gs pos="100000">
                  <a:schemeClr val="bg1">
                    <a:alpha val="17000"/>
                  </a:schemeClr>
                </a:gs>
              </a:gsLst>
              <a:lin ang="78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4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4" name="Text Placeholder 9">
            <a:extLst>
              <a:ext uri="{FF2B5EF4-FFF2-40B4-BE49-F238E27FC236}">
                <a16:creationId xmlns:a16="http://schemas.microsoft.com/office/drawing/2014/main" id="{252358FC-753C-4A29-8F87-6685EF055F3F}"/>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0747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Image slide layout">
    <p:spTree>
      <p:nvGrpSpPr>
        <p:cNvPr id="1" name=""/>
        <p:cNvGrpSpPr/>
        <p:nvPr/>
      </p:nvGrpSpPr>
      <p:grpSpPr>
        <a:xfrm>
          <a:off x="0" y="0"/>
          <a:ext cx="0" cy="0"/>
          <a:chOff x="0" y="0"/>
          <a:chExt cx="0" cy="0"/>
        </a:xfrm>
      </p:grpSpPr>
      <p:sp>
        <p:nvSpPr>
          <p:cNvPr id="3" name="그림 개체 틀 2">
            <a:extLst>
              <a:ext uri="{FF2B5EF4-FFF2-40B4-BE49-F238E27FC236}">
                <a16:creationId xmlns:a16="http://schemas.microsoft.com/office/drawing/2014/main" id="{4E22717C-9F52-4A37-85B9-FD48F3E55AAC}"/>
              </a:ext>
            </a:extLst>
          </p:cNvPr>
          <p:cNvSpPr>
            <a:spLocks noGrp="1"/>
          </p:cNvSpPr>
          <p:nvPr>
            <p:ph type="pic" sz="quarter" idx="14" hasCustomPrompt="1"/>
          </p:nvPr>
        </p:nvSpPr>
        <p:spPr>
          <a:xfrm>
            <a:off x="0" y="-1"/>
            <a:ext cx="12192000" cy="3838575"/>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600" dirty="0">
                <a:solidFill>
                  <a:schemeClr val="tx1">
                    <a:lumMod val="75000"/>
                    <a:lumOff val="25000"/>
                  </a:schemeClr>
                </a:solidFill>
              </a:defRPr>
            </a:lvl1pPr>
          </a:lstStyle>
          <a:p>
            <a:pPr marL="0" lvl="0" algn="ctr"/>
            <a:r>
              <a:rPr lang="en-US" altLang="ko-KR" dirty="0"/>
              <a:t>Place Your Picture Here and send to back</a:t>
            </a:r>
            <a:endParaRPr lang="ko-KR" altLang="en-US" dirty="0"/>
          </a:p>
        </p:txBody>
      </p:sp>
      <p:sp>
        <p:nvSpPr>
          <p:cNvPr id="2" name="Rectangle 1">
            <a:extLst>
              <a:ext uri="{FF2B5EF4-FFF2-40B4-BE49-F238E27FC236}">
                <a16:creationId xmlns:a16="http://schemas.microsoft.com/office/drawing/2014/main" id="{E666B193-49A3-4956-A9EF-296EF16EA757}"/>
              </a:ext>
            </a:extLst>
          </p:cNvPr>
          <p:cNvSpPr/>
          <p:nvPr userDrawn="1"/>
        </p:nvSpPr>
        <p:spPr>
          <a:xfrm>
            <a:off x="0" y="3810000"/>
            <a:ext cx="12192000" cy="304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0583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3_Images &amp; Contents Layout">
    <p:spTree>
      <p:nvGrpSpPr>
        <p:cNvPr id="1" name=""/>
        <p:cNvGrpSpPr/>
        <p:nvPr/>
      </p:nvGrpSpPr>
      <p:grpSpPr>
        <a:xfrm>
          <a:off x="0" y="0"/>
          <a:ext cx="0" cy="0"/>
          <a:chOff x="0" y="0"/>
          <a:chExt cx="0" cy="0"/>
        </a:xfrm>
      </p:grpSpPr>
      <p:sp>
        <p:nvSpPr>
          <p:cNvPr id="2" name="그림 개체 틀 8">
            <a:extLst>
              <a:ext uri="{FF2B5EF4-FFF2-40B4-BE49-F238E27FC236}">
                <a16:creationId xmlns:a16="http://schemas.microsoft.com/office/drawing/2014/main" id="{FF0C7903-447C-47EA-9F0F-27FB0FA66D93}"/>
              </a:ext>
            </a:extLst>
          </p:cNvPr>
          <p:cNvSpPr>
            <a:spLocks noGrp="1"/>
          </p:cNvSpPr>
          <p:nvPr>
            <p:ph type="pic" sz="quarter" idx="10" hasCustomPrompt="1"/>
          </p:nvPr>
        </p:nvSpPr>
        <p:spPr>
          <a:xfrm>
            <a:off x="0" y="0"/>
            <a:ext cx="12192000" cy="6858000"/>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2400"/>
            </a:lvl1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35595175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1BC926-532D-4A29-930A-236814050938}"/>
              </a:ext>
            </a:extLst>
          </p:cNvPr>
          <p:cNvSpPr>
            <a:spLocks noChangeAspect="1"/>
          </p:cNvSpPr>
          <p:nvPr userDrawn="1"/>
        </p:nvSpPr>
        <p:spPr>
          <a:xfrm>
            <a:off x="7119313" y="5067541"/>
            <a:ext cx="4297680" cy="435338"/>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 name="Rectangle 2">
            <a:extLst>
              <a:ext uri="{FF2B5EF4-FFF2-40B4-BE49-F238E27FC236}">
                <a16:creationId xmlns:a16="http://schemas.microsoft.com/office/drawing/2014/main" id="{AE3E906F-6E18-4B03-BE88-75566ECC92F8}"/>
              </a:ext>
            </a:extLst>
          </p:cNvPr>
          <p:cNvSpPr/>
          <p:nvPr userDrawn="1"/>
        </p:nvSpPr>
        <p:spPr>
          <a:xfrm>
            <a:off x="0" y="1988840"/>
            <a:ext cx="12192000" cy="28803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5" name="Graphic 14">
            <a:extLst>
              <a:ext uri="{FF2B5EF4-FFF2-40B4-BE49-F238E27FC236}">
                <a16:creationId xmlns:a16="http://schemas.microsoft.com/office/drawing/2014/main" id="{5EBDAAFC-71A9-4BA2-A27E-C4F1F4BA22EC}"/>
              </a:ext>
            </a:extLst>
          </p:cNvPr>
          <p:cNvGrpSpPr/>
          <p:nvPr userDrawn="1"/>
        </p:nvGrpSpPr>
        <p:grpSpPr>
          <a:xfrm>
            <a:off x="6867308" y="1360224"/>
            <a:ext cx="4999344" cy="3932069"/>
            <a:chOff x="2444748" y="555045"/>
            <a:chExt cx="7282048" cy="5727454"/>
          </a:xfrm>
        </p:grpSpPr>
        <p:sp>
          <p:nvSpPr>
            <p:cNvPr id="6" name="Freeform: Shape 5">
              <a:extLst>
                <a:ext uri="{FF2B5EF4-FFF2-40B4-BE49-F238E27FC236}">
                  <a16:creationId xmlns:a16="http://schemas.microsoft.com/office/drawing/2014/main" id="{16173859-0352-4FD9-B3BD-10167F74D9C0}"/>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7945F6B7-E4A6-48B1-9406-9E425F295FFF}"/>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37CA7AAB-8778-4F88-BE73-6CB5FA0E0E6A}"/>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9BD4C418-0F80-4101-A919-833900A7CEFD}"/>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B2511B1-DF8F-4023-8CEE-586AEE878B8D}"/>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2BDA56B7-7F45-4702-8E59-4222CE520868}"/>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FA1173E-505A-4DD9-BBC4-17F19752B615}"/>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ED9CBC3-5115-4FA9-AC8A-A42FC5D3EE68}"/>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4" name="Picture Placeholder 2">
            <a:extLst>
              <a:ext uri="{FF2B5EF4-FFF2-40B4-BE49-F238E27FC236}">
                <a16:creationId xmlns:a16="http://schemas.microsoft.com/office/drawing/2014/main" id="{1B9825C8-5D1C-4169-9149-8B4CB0E262B1}"/>
              </a:ext>
            </a:extLst>
          </p:cNvPr>
          <p:cNvSpPr>
            <a:spLocks noGrp="1"/>
          </p:cNvSpPr>
          <p:nvPr>
            <p:ph type="pic" idx="15" hasCustomPrompt="1"/>
          </p:nvPr>
        </p:nvSpPr>
        <p:spPr>
          <a:xfrm>
            <a:off x="7103893" y="1624176"/>
            <a:ext cx="4580042" cy="258895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5" name="Text Placeholder 9">
            <a:extLst>
              <a:ext uri="{FF2B5EF4-FFF2-40B4-BE49-F238E27FC236}">
                <a16:creationId xmlns:a16="http://schemas.microsoft.com/office/drawing/2014/main" id="{CD05948B-F459-46FB-B9E4-88B7F7FCBE84}"/>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2496338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solidFill>
          <a:schemeClr val="accent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2494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698797"/>
      </p:ext>
    </p:extLst>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6816533"/>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71" r:id="rId3"/>
    <p:sldLayoutId id="2147483666" r:id="rId4"/>
    <p:sldLayoutId id="2147483659" r:id="rId5"/>
    <p:sldLayoutId id="2147483665" r:id="rId6"/>
    <p:sldLayoutId id="2147483667" r:id="rId7"/>
    <p:sldLayoutId id="2147483669" r:id="rId8"/>
    <p:sldLayoutId id="2147483664" r:id="rId9"/>
    <p:sldLayoutId id="2147483674"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255353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4CE41-919A-9731-9F49-C0CE85FE8F6E}"/>
              </a:ext>
            </a:extLst>
          </p:cNvPr>
          <p:cNvSpPr txBox="1">
            <a:spLocks/>
          </p:cNvSpPr>
          <p:nvPr/>
        </p:nvSpPr>
        <p:spPr>
          <a:xfrm>
            <a:off x="629264" y="136689"/>
            <a:ext cx="11956026" cy="4443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FFFFFF"/>
                </a:solidFill>
              </a:rPr>
              <a:t>         GOVERNMENT</a:t>
            </a:r>
            <a:r>
              <a:rPr lang="en-US" sz="2800" spc="-40" dirty="0">
                <a:solidFill>
                  <a:srgbClr val="FFFFFF"/>
                </a:solidFill>
              </a:rPr>
              <a:t> </a:t>
            </a:r>
            <a:r>
              <a:rPr lang="en-US" sz="2800" dirty="0">
                <a:solidFill>
                  <a:srgbClr val="FFFFFF"/>
                </a:solidFill>
              </a:rPr>
              <a:t>COLLEGE</a:t>
            </a:r>
            <a:r>
              <a:rPr lang="en-US" sz="2800" spc="15" dirty="0">
                <a:solidFill>
                  <a:srgbClr val="FFFFFF"/>
                </a:solidFill>
              </a:rPr>
              <a:t> </a:t>
            </a:r>
            <a:r>
              <a:rPr lang="en-US" sz="2800" dirty="0">
                <a:solidFill>
                  <a:srgbClr val="FFFFFF"/>
                </a:solidFill>
              </a:rPr>
              <a:t>OF</a:t>
            </a:r>
            <a:r>
              <a:rPr lang="en-US" sz="2800" spc="-5" dirty="0">
                <a:solidFill>
                  <a:srgbClr val="FFFFFF"/>
                </a:solidFill>
              </a:rPr>
              <a:t> </a:t>
            </a:r>
            <a:r>
              <a:rPr lang="en-US" sz="2800" dirty="0">
                <a:solidFill>
                  <a:srgbClr val="FFFFFF"/>
                </a:solidFill>
              </a:rPr>
              <a:t>ENGINEERING,ERODE</a:t>
            </a:r>
            <a:endParaRPr lang="en-US" sz="2800" dirty="0"/>
          </a:p>
        </p:txBody>
      </p:sp>
      <p:pic>
        <p:nvPicPr>
          <p:cNvPr id="8" name="object 4">
            <a:extLst>
              <a:ext uri="{FF2B5EF4-FFF2-40B4-BE49-F238E27FC236}">
                <a16:creationId xmlns:a16="http://schemas.microsoft.com/office/drawing/2014/main" id="{B61F7EC5-EA3B-85C0-8814-183B108C97C0}"/>
              </a:ext>
            </a:extLst>
          </p:cNvPr>
          <p:cNvPicPr/>
          <p:nvPr/>
        </p:nvPicPr>
        <p:blipFill>
          <a:blip r:embed="rId2" cstate="print"/>
          <a:stretch>
            <a:fillRect/>
          </a:stretch>
        </p:blipFill>
        <p:spPr>
          <a:xfrm>
            <a:off x="2066391" y="865238"/>
            <a:ext cx="7885471" cy="529451"/>
          </a:xfrm>
          <a:prstGeom prst="rect">
            <a:avLst/>
          </a:prstGeom>
        </p:spPr>
      </p:pic>
      <p:sp>
        <p:nvSpPr>
          <p:cNvPr id="11" name="TextBox 10">
            <a:extLst>
              <a:ext uri="{FF2B5EF4-FFF2-40B4-BE49-F238E27FC236}">
                <a16:creationId xmlns:a16="http://schemas.microsoft.com/office/drawing/2014/main" id="{2E759FD0-9F3E-0109-6D24-C62C06FDF75B}"/>
              </a:ext>
            </a:extLst>
          </p:cNvPr>
          <p:cNvSpPr txBox="1"/>
          <p:nvPr/>
        </p:nvSpPr>
        <p:spPr>
          <a:xfrm>
            <a:off x="2444544" y="3491134"/>
            <a:ext cx="6952182" cy="3060581"/>
          </a:xfrm>
          <a:prstGeom prst="rect">
            <a:avLst/>
          </a:prstGeom>
          <a:noFill/>
        </p:spPr>
        <p:txBody>
          <a:bodyPr wrap="square">
            <a:spAutoFit/>
          </a:bodyPr>
          <a:lstStyle/>
          <a:p>
            <a:pPr marR="377190" algn="ctr">
              <a:lnSpc>
                <a:spcPct val="100000"/>
              </a:lnSpc>
              <a:spcBef>
                <a:spcPts val="484"/>
              </a:spcBef>
            </a:pPr>
            <a:r>
              <a:rPr lang="en-US" sz="1800" spc="-5" dirty="0">
                <a:solidFill>
                  <a:srgbClr val="FFFFFF"/>
                </a:solidFill>
                <a:latin typeface="Times New Roman" panose="02020603050405020304" pitchFamily="18" charset="0"/>
                <a:cs typeface="Times New Roman" panose="02020603050405020304" pitchFamily="18" charset="0"/>
              </a:rPr>
              <a:t>Under</a:t>
            </a:r>
            <a:r>
              <a:rPr lang="en-US" sz="1800" spc="-10" dirty="0">
                <a:solidFill>
                  <a:srgbClr val="FFFFFF"/>
                </a:solidFill>
                <a:latin typeface="Times New Roman" panose="02020603050405020304" pitchFamily="18" charset="0"/>
                <a:cs typeface="Times New Roman" panose="02020603050405020304" pitchFamily="18" charset="0"/>
              </a:rPr>
              <a:t> </a:t>
            </a:r>
            <a:r>
              <a:rPr lang="en-US" sz="1800" spc="-5" dirty="0">
                <a:solidFill>
                  <a:srgbClr val="FFFFFF"/>
                </a:solidFill>
                <a:latin typeface="Times New Roman" panose="02020603050405020304" pitchFamily="18" charset="0"/>
                <a:cs typeface="Times New Roman" panose="02020603050405020304" pitchFamily="18" charset="0"/>
              </a:rPr>
              <a:t>the mentor of</a:t>
            </a:r>
            <a:endParaRPr lang="en-US" sz="1800" dirty="0">
              <a:latin typeface="Times New Roman" panose="02020603050405020304" pitchFamily="18" charset="0"/>
              <a:cs typeface="Times New Roman" panose="02020603050405020304" pitchFamily="18" charset="0"/>
            </a:endParaRPr>
          </a:p>
          <a:p>
            <a:pPr marR="377825" algn="ctr">
              <a:lnSpc>
                <a:spcPct val="100000"/>
              </a:lnSpc>
              <a:spcBef>
                <a:spcPts val="390"/>
              </a:spcBef>
            </a:pPr>
            <a:r>
              <a:rPr lang="en-US" sz="1800" b="1" spc="-60" dirty="0">
                <a:solidFill>
                  <a:srgbClr val="FFFFFF"/>
                </a:solidFill>
                <a:latin typeface="Times New Roman" panose="02020603050405020304" pitchFamily="18" charset="0"/>
                <a:cs typeface="Times New Roman" panose="02020603050405020304" pitchFamily="18" charset="0"/>
              </a:rPr>
              <a:t>Dr.</a:t>
            </a:r>
            <a:r>
              <a:rPr lang="en-US" sz="1800" b="1" spc="-20" dirty="0">
                <a:solidFill>
                  <a:srgbClr val="FFFFFF"/>
                </a:solidFill>
                <a:latin typeface="Times New Roman" panose="02020603050405020304" pitchFamily="18" charset="0"/>
                <a:cs typeface="Times New Roman" panose="02020603050405020304" pitchFamily="18" charset="0"/>
              </a:rPr>
              <a:t> </a:t>
            </a:r>
            <a:r>
              <a:rPr lang="en-US" sz="1800" b="1" dirty="0">
                <a:solidFill>
                  <a:srgbClr val="FFFFFF"/>
                </a:solidFill>
                <a:latin typeface="Times New Roman" panose="02020603050405020304" pitchFamily="18" charset="0"/>
                <a:cs typeface="Times New Roman" panose="02020603050405020304" pitchFamily="18" charset="0"/>
              </a:rPr>
              <a:t>M.</a:t>
            </a:r>
            <a:r>
              <a:rPr lang="en-US" sz="1800" b="1" spc="-5" dirty="0">
                <a:solidFill>
                  <a:srgbClr val="FFFFFF"/>
                </a:solidFill>
                <a:latin typeface="Times New Roman" panose="02020603050405020304" pitchFamily="18" charset="0"/>
                <a:cs typeface="Times New Roman" panose="02020603050405020304" pitchFamily="18" charset="0"/>
              </a:rPr>
              <a:t> </a:t>
            </a:r>
            <a:r>
              <a:rPr lang="en-US" sz="1800" b="1" spc="-5" dirty="0" err="1">
                <a:solidFill>
                  <a:srgbClr val="FFFFFF"/>
                </a:solidFill>
                <a:latin typeface="Times New Roman" panose="02020603050405020304" pitchFamily="18" charset="0"/>
                <a:cs typeface="Times New Roman" panose="02020603050405020304" pitchFamily="18" charset="0"/>
              </a:rPr>
              <a:t>Sathyakala</a:t>
            </a:r>
            <a:endParaRPr lang="en-US" sz="1800" dirty="0">
              <a:latin typeface="Times New Roman" panose="02020603050405020304" pitchFamily="18" charset="0"/>
              <a:cs typeface="Times New Roman" panose="02020603050405020304" pitchFamily="18" charset="0"/>
            </a:endParaRPr>
          </a:p>
          <a:p>
            <a:pPr marL="966469" marR="1346200" indent="7620" algn="ctr">
              <a:lnSpc>
                <a:spcPct val="132500"/>
              </a:lnSpc>
              <a:spcBef>
                <a:spcPts val="55"/>
              </a:spcBef>
            </a:pPr>
            <a:r>
              <a:rPr lang="en-US" sz="1800" b="1" spc="-5" dirty="0">
                <a:solidFill>
                  <a:srgbClr val="FFFFFF"/>
                </a:solidFill>
                <a:latin typeface="Times New Roman" panose="02020603050405020304" pitchFamily="18" charset="0"/>
                <a:cs typeface="Times New Roman" panose="02020603050405020304" pitchFamily="18" charset="0"/>
              </a:rPr>
              <a:t>Assistant</a:t>
            </a:r>
            <a:r>
              <a:rPr lang="en-US" sz="1800" b="1" spc="65" dirty="0">
                <a:solidFill>
                  <a:srgbClr val="FFFFFF"/>
                </a:solidFill>
                <a:latin typeface="Times New Roman" panose="02020603050405020304" pitchFamily="18" charset="0"/>
                <a:cs typeface="Times New Roman" panose="02020603050405020304" pitchFamily="18" charset="0"/>
              </a:rPr>
              <a:t> </a:t>
            </a:r>
            <a:r>
              <a:rPr lang="en-US" sz="1800" b="1" spc="-10" dirty="0">
                <a:solidFill>
                  <a:srgbClr val="FFFFFF"/>
                </a:solidFill>
                <a:latin typeface="Times New Roman" panose="02020603050405020304" pitchFamily="18" charset="0"/>
                <a:cs typeface="Times New Roman" panose="02020603050405020304" pitchFamily="18" charset="0"/>
              </a:rPr>
              <a:t>professor</a:t>
            </a:r>
            <a:r>
              <a:rPr lang="en-US" sz="1800" b="1" spc="20" dirty="0">
                <a:solidFill>
                  <a:srgbClr val="FFFFFF"/>
                </a:solidFill>
                <a:latin typeface="Times New Roman" panose="02020603050405020304" pitchFamily="18" charset="0"/>
                <a:cs typeface="Times New Roman" panose="02020603050405020304" pitchFamily="18" charset="0"/>
              </a:rPr>
              <a:t> </a:t>
            </a:r>
            <a:r>
              <a:rPr lang="en-US" sz="1800" b="1" dirty="0">
                <a:solidFill>
                  <a:srgbClr val="FFFFFF"/>
                </a:solidFill>
                <a:latin typeface="Times New Roman" panose="02020603050405020304" pitchFamily="18" charset="0"/>
                <a:cs typeface="Times New Roman" panose="02020603050405020304" pitchFamily="18" charset="0"/>
              </a:rPr>
              <a:t>,</a:t>
            </a:r>
            <a:r>
              <a:rPr lang="en-US" sz="1800" b="1" spc="60" dirty="0">
                <a:solidFill>
                  <a:srgbClr val="FFFFFF"/>
                </a:solidFill>
                <a:latin typeface="Times New Roman" panose="02020603050405020304" pitchFamily="18" charset="0"/>
                <a:cs typeface="Times New Roman" panose="02020603050405020304" pitchFamily="18" charset="0"/>
              </a:rPr>
              <a:t> </a:t>
            </a:r>
            <a:r>
              <a:rPr lang="en-US" sz="1800" b="1" spc="-5" dirty="0">
                <a:solidFill>
                  <a:srgbClr val="FFFFFF"/>
                </a:solidFill>
                <a:latin typeface="Times New Roman" panose="02020603050405020304" pitchFamily="18" charset="0"/>
                <a:cs typeface="Times New Roman" panose="02020603050405020304" pitchFamily="18" charset="0"/>
              </a:rPr>
              <a:t>Dept of</a:t>
            </a:r>
            <a:r>
              <a:rPr lang="en-US" sz="1800" b="1" spc="45" dirty="0">
                <a:solidFill>
                  <a:srgbClr val="FFFFFF"/>
                </a:solidFill>
                <a:latin typeface="Times New Roman" panose="02020603050405020304" pitchFamily="18" charset="0"/>
                <a:cs typeface="Times New Roman" panose="02020603050405020304" pitchFamily="18" charset="0"/>
              </a:rPr>
              <a:t> </a:t>
            </a:r>
            <a:r>
              <a:rPr lang="en-US" sz="1800" b="1" spc="-5" dirty="0">
                <a:solidFill>
                  <a:srgbClr val="FFFFFF"/>
                </a:solidFill>
                <a:latin typeface="Times New Roman" panose="02020603050405020304" pitchFamily="18" charset="0"/>
                <a:cs typeface="Times New Roman" panose="02020603050405020304" pitchFamily="18" charset="0"/>
              </a:rPr>
              <a:t>IT </a:t>
            </a:r>
            <a:r>
              <a:rPr lang="en-US" sz="1800" b="1" dirty="0">
                <a:solidFill>
                  <a:srgbClr val="FFFFFF"/>
                </a:solidFill>
                <a:latin typeface="Times New Roman" panose="02020603050405020304" pitchFamily="18" charset="0"/>
                <a:cs typeface="Times New Roman" panose="02020603050405020304" pitchFamily="18" charset="0"/>
              </a:rPr>
              <a:t> Department</a:t>
            </a:r>
            <a:r>
              <a:rPr lang="en-US" sz="1800" b="1" spc="-20" dirty="0">
                <a:solidFill>
                  <a:srgbClr val="FFFFFF"/>
                </a:solidFill>
                <a:latin typeface="Times New Roman" panose="02020603050405020304" pitchFamily="18" charset="0"/>
                <a:cs typeface="Times New Roman" panose="02020603050405020304" pitchFamily="18" charset="0"/>
              </a:rPr>
              <a:t> </a:t>
            </a:r>
            <a:r>
              <a:rPr lang="en-US" sz="1800" b="1" dirty="0">
                <a:solidFill>
                  <a:srgbClr val="FFFFFF"/>
                </a:solidFill>
                <a:latin typeface="Times New Roman" panose="02020603050405020304" pitchFamily="18" charset="0"/>
                <a:cs typeface="Times New Roman" panose="02020603050405020304" pitchFamily="18" charset="0"/>
              </a:rPr>
              <a:t>of </a:t>
            </a:r>
            <a:r>
              <a:rPr lang="en-US" sz="1800" b="1" spc="-5" dirty="0">
                <a:solidFill>
                  <a:srgbClr val="FFFFFF"/>
                </a:solidFill>
                <a:latin typeface="Times New Roman" panose="02020603050405020304" pitchFamily="18" charset="0"/>
                <a:cs typeface="Times New Roman" panose="02020603050405020304" pitchFamily="18" charset="0"/>
              </a:rPr>
              <a:t>Information</a:t>
            </a:r>
            <a:r>
              <a:rPr lang="en-US" b="1" spc="-35" dirty="0">
                <a:solidFill>
                  <a:srgbClr val="FFFFFF"/>
                </a:solidFill>
                <a:latin typeface="Times New Roman" panose="02020603050405020304" pitchFamily="18" charset="0"/>
                <a:cs typeface="Times New Roman" panose="02020603050405020304" pitchFamily="18" charset="0"/>
              </a:rPr>
              <a:t> </a:t>
            </a:r>
            <a:r>
              <a:rPr lang="en-US" sz="1800" b="1" spc="-15" dirty="0">
                <a:solidFill>
                  <a:srgbClr val="FFFFFF"/>
                </a:solidFill>
                <a:latin typeface="Times New Roman" panose="02020603050405020304" pitchFamily="18" charset="0"/>
                <a:cs typeface="Times New Roman" panose="02020603050405020304" pitchFamily="18" charset="0"/>
              </a:rPr>
              <a:t>Technology(IT)</a:t>
            </a:r>
            <a:endParaRPr lang="en-US" sz="1800" dirty="0">
              <a:latin typeface="Times New Roman" panose="02020603050405020304" pitchFamily="18" charset="0"/>
              <a:cs typeface="Times New Roman" panose="02020603050405020304" pitchFamily="18" charset="0"/>
            </a:endParaRPr>
          </a:p>
          <a:p>
            <a:pPr algn="ctr">
              <a:lnSpc>
                <a:spcPct val="100000"/>
              </a:lnSpc>
              <a:spcBef>
                <a:spcPts val="685"/>
              </a:spcBef>
            </a:pPr>
            <a:r>
              <a:rPr lang="en-US" sz="2000" b="1" dirty="0">
                <a:solidFill>
                  <a:srgbClr val="FFFFFF"/>
                </a:solidFill>
                <a:latin typeface="Times New Roman" panose="02020603050405020304" pitchFamily="18" charset="0"/>
                <a:cs typeface="Times New Roman" panose="02020603050405020304" pitchFamily="18" charset="0"/>
              </a:rPr>
              <a:t>Department</a:t>
            </a:r>
            <a:r>
              <a:rPr lang="en-US" sz="2000" b="1" spc="-45" dirty="0">
                <a:solidFill>
                  <a:srgbClr val="FFFFFF"/>
                </a:solidFill>
                <a:latin typeface="Times New Roman" panose="02020603050405020304" pitchFamily="18" charset="0"/>
                <a:cs typeface="Times New Roman" panose="02020603050405020304" pitchFamily="18" charset="0"/>
              </a:rPr>
              <a:t> </a:t>
            </a:r>
            <a:r>
              <a:rPr lang="en-US" sz="2000" b="1" dirty="0">
                <a:solidFill>
                  <a:srgbClr val="FFFFFF"/>
                </a:solidFill>
                <a:latin typeface="Times New Roman" panose="02020603050405020304" pitchFamily="18" charset="0"/>
                <a:cs typeface="Times New Roman" panose="02020603050405020304" pitchFamily="18" charset="0"/>
              </a:rPr>
              <a:t>of</a:t>
            </a:r>
            <a:r>
              <a:rPr lang="en-US" sz="2000" b="1" spc="-20" dirty="0">
                <a:solidFill>
                  <a:srgbClr val="FFFFFF"/>
                </a:solidFill>
                <a:latin typeface="Times New Roman" panose="02020603050405020304" pitchFamily="18" charset="0"/>
                <a:cs typeface="Times New Roman" panose="02020603050405020304" pitchFamily="18" charset="0"/>
              </a:rPr>
              <a:t> </a:t>
            </a:r>
            <a:r>
              <a:rPr lang="en-US" sz="2000" b="1" spc="-5" dirty="0">
                <a:solidFill>
                  <a:srgbClr val="FFFFFF"/>
                </a:solidFill>
                <a:latin typeface="Times New Roman" panose="02020603050405020304" pitchFamily="18" charset="0"/>
                <a:cs typeface="Times New Roman" panose="02020603050405020304" pitchFamily="18" charset="0"/>
              </a:rPr>
              <a:t>Electronics</a:t>
            </a:r>
            <a:r>
              <a:rPr lang="en-US" sz="2000" b="1" spc="-20" dirty="0">
                <a:solidFill>
                  <a:srgbClr val="FFFFFF"/>
                </a:solidFill>
                <a:latin typeface="Times New Roman" panose="02020603050405020304" pitchFamily="18" charset="0"/>
                <a:cs typeface="Times New Roman" panose="02020603050405020304" pitchFamily="18" charset="0"/>
              </a:rPr>
              <a:t> </a:t>
            </a:r>
            <a:r>
              <a:rPr lang="en-US" sz="2000" b="1" dirty="0">
                <a:solidFill>
                  <a:srgbClr val="FFFFFF"/>
                </a:solidFill>
                <a:latin typeface="Times New Roman" panose="02020603050405020304" pitchFamily="18" charset="0"/>
                <a:cs typeface="Times New Roman" panose="02020603050405020304" pitchFamily="18" charset="0"/>
              </a:rPr>
              <a:t>and</a:t>
            </a:r>
            <a:r>
              <a:rPr lang="en-US" sz="2000" b="1" spc="-25" dirty="0">
                <a:solidFill>
                  <a:srgbClr val="FFFFFF"/>
                </a:solidFill>
                <a:latin typeface="Times New Roman" panose="02020603050405020304" pitchFamily="18" charset="0"/>
                <a:cs typeface="Times New Roman" panose="02020603050405020304" pitchFamily="18" charset="0"/>
              </a:rPr>
              <a:t> </a:t>
            </a:r>
            <a:r>
              <a:rPr lang="en-US" sz="2000" b="1" dirty="0">
                <a:solidFill>
                  <a:srgbClr val="FFFFFF"/>
                </a:solidFill>
                <a:latin typeface="Times New Roman" panose="02020603050405020304" pitchFamily="18" charset="0"/>
                <a:cs typeface="Times New Roman" panose="02020603050405020304" pitchFamily="18" charset="0"/>
              </a:rPr>
              <a:t>Communication</a:t>
            </a:r>
            <a:r>
              <a:rPr lang="en-US" sz="2000" b="1" spc="-40" dirty="0">
                <a:solidFill>
                  <a:srgbClr val="FFFFFF"/>
                </a:solidFill>
                <a:latin typeface="Times New Roman" panose="02020603050405020304" pitchFamily="18" charset="0"/>
                <a:cs typeface="Times New Roman" panose="02020603050405020304" pitchFamily="18" charset="0"/>
              </a:rPr>
              <a:t> </a:t>
            </a:r>
            <a:r>
              <a:rPr lang="en-US" sz="2000" b="1" dirty="0">
                <a:solidFill>
                  <a:srgbClr val="FFFFFF"/>
                </a:solidFill>
                <a:latin typeface="Times New Roman" panose="02020603050405020304" pitchFamily="18" charset="0"/>
                <a:cs typeface="Times New Roman" panose="02020603050405020304" pitchFamily="18" charset="0"/>
              </a:rPr>
              <a:t>Engineering</a:t>
            </a:r>
            <a:endParaRPr lang="en-US" sz="2000" dirty="0">
              <a:latin typeface="Times New Roman" panose="02020603050405020304" pitchFamily="18" charset="0"/>
              <a:cs typeface="Times New Roman" panose="02020603050405020304" pitchFamily="18" charset="0"/>
            </a:endParaRPr>
          </a:p>
          <a:p>
            <a:pPr marL="1270" algn="ctr">
              <a:lnSpc>
                <a:spcPct val="100000"/>
              </a:lnSpc>
              <a:spcBef>
                <a:spcPts val="965"/>
              </a:spcBef>
            </a:pPr>
            <a:r>
              <a:rPr lang="en-US" sz="1800" spc="-5" dirty="0">
                <a:solidFill>
                  <a:srgbClr val="FFFFFF"/>
                </a:solidFill>
                <a:latin typeface="Times New Roman" panose="02020603050405020304" pitchFamily="18" charset="0"/>
                <a:cs typeface="Times New Roman" panose="02020603050405020304" pitchFamily="18" charset="0"/>
              </a:rPr>
              <a:t>Government</a:t>
            </a:r>
            <a:r>
              <a:rPr lang="en-US" sz="1800" spc="-15" dirty="0">
                <a:solidFill>
                  <a:srgbClr val="FFFFFF"/>
                </a:solidFill>
                <a:latin typeface="Times New Roman" panose="02020603050405020304" pitchFamily="18" charset="0"/>
                <a:cs typeface="Times New Roman" panose="02020603050405020304" pitchFamily="18" charset="0"/>
              </a:rPr>
              <a:t> </a:t>
            </a:r>
            <a:r>
              <a:rPr lang="en-US" sz="1800" dirty="0">
                <a:solidFill>
                  <a:srgbClr val="FFFFFF"/>
                </a:solidFill>
                <a:latin typeface="Times New Roman" panose="02020603050405020304" pitchFamily="18" charset="0"/>
                <a:cs typeface="Times New Roman" panose="02020603050405020304" pitchFamily="18" charset="0"/>
              </a:rPr>
              <a:t>College</a:t>
            </a:r>
            <a:r>
              <a:rPr lang="en-US" sz="1800" spc="-10" dirty="0">
                <a:solidFill>
                  <a:srgbClr val="FFFFFF"/>
                </a:solidFill>
                <a:latin typeface="Times New Roman" panose="02020603050405020304" pitchFamily="18" charset="0"/>
                <a:cs typeface="Times New Roman" panose="02020603050405020304" pitchFamily="18" charset="0"/>
              </a:rPr>
              <a:t> </a:t>
            </a:r>
            <a:r>
              <a:rPr lang="en-US" sz="1800" dirty="0">
                <a:solidFill>
                  <a:srgbClr val="FFFFFF"/>
                </a:solidFill>
                <a:latin typeface="Times New Roman" panose="02020603050405020304" pitchFamily="18" charset="0"/>
                <a:cs typeface="Times New Roman" panose="02020603050405020304" pitchFamily="18" charset="0"/>
              </a:rPr>
              <a:t>of</a:t>
            </a:r>
            <a:r>
              <a:rPr lang="en-US" sz="1800" spc="-10" dirty="0">
                <a:solidFill>
                  <a:srgbClr val="FFFFFF"/>
                </a:solidFill>
                <a:latin typeface="Times New Roman" panose="02020603050405020304" pitchFamily="18" charset="0"/>
                <a:cs typeface="Times New Roman" panose="02020603050405020304" pitchFamily="18" charset="0"/>
              </a:rPr>
              <a:t> </a:t>
            </a:r>
            <a:r>
              <a:rPr lang="en-US" sz="1800" dirty="0">
                <a:solidFill>
                  <a:srgbClr val="FFFFFF"/>
                </a:solidFill>
                <a:latin typeface="Times New Roman" panose="02020603050405020304" pitchFamily="18" charset="0"/>
                <a:cs typeface="Times New Roman" panose="02020603050405020304" pitchFamily="18" charset="0"/>
              </a:rPr>
              <a:t>Engineering</a:t>
            </a:r>
            <a:endParaRPr lang="en-US" sz="1800" dirty="0">
              <a:latin typeface="Times New Roman" panose="02020603050405020304" pitchFamily="18" charset="0"/>
              <a:cs typeface="Times New Roman" panose="02020603050405020304" pitchFamily="18" charset="0"/>
            </a:endParaRPr>
          </a:p>
          <a:p>
            <a:pPr marL="4445" algn="ctr">
              <a:lnSpc>
                <a:spcPct val="100000"/>
              </a:lnSpc>
              <a:spcBef>
                <a:spcPts val="950"/>
              </a:spcBef>
            </a:pPr>
            <a:r>
              <a:rPr lang="en-US" sz="1800" dirty="0">
                <a:solidFill>
                  <a:srgbClr val="FFFFFF"/>
                </a:solidFill>
                <a:latin typeface="Times New Roman" panose="02020603050405020304" pitchFamily="18" charset="0"/>
                <a:cs typeface="Times New Roman" panose="02020603050405020304" pitchFamily="18" charset="0"/>
              </a:rPr>
              <a:t>Erode</a:t>
            </a:r>
            <a:r>
              <a:rPr lang="en-US" sz="1800" spc="-5" dirty="0">
                <a:solidFill>
                  <a:srgbClr val="FFFFFF"/>
                </a:solidFill>
                <a:latin typeface="Times New Roman" panose="02020603050405020304" pitchFamily="18" charset="0"/>
                <a:cs typeface="Times New Roman" panose="02020603050405020304" pitchFamily="18" charset="0"/>
              </a:rPr>
              <a:t> ,</a:t>
            </a:r>
            <a:r>
              <a:rPr lang="en-US" sz="1800" spc="-40" dirty="0">
                <a:solidFill>
                  <a:srgbClr val="FFFFFF"/>
                </a:solidFill>
                <a:latin typeface="Times New Roman" panose="02020603050405020304" pitchFamily="18" charset="0"/>
                <a:cs typeface="Times New Roman" panose="02020603050405020304" pitchFamily="18" charset="0"/>
              </a:rPr>
              <a:t>Vasavi</a:t>
            </a:r>
            <a:r>
              <a:rPr lang="en-US" sz="1800" spc="5" dirty="0">
                <a:solidFill>
                  <a:srgbClr val="FFFFFF"/>
                </a:solidFill>
                <a:latin typeface="Times New Roman" panose="02020603050405020304" pitchFamily="18" charset="0"/>
                <a:cs typeface="Times New Roman" panose="02020603050405020304" pitchFamily="18" charset="0"/>
              </a:rPr>
              <a:t> </a:t>
            </a:r>
            <a:r>
              <a:rPr lang="en-US" sz="1800" spc="-5" dirty="0">
                <a:solidFill>
                  <a:srgbClr val="FFFFFF"/>
                </a:solidFill>
                <a:latin typeface="Times New Roman" panose="02020603050405020304" pitchFamily="18" charset="0"/>
                <a:cs typeface="Times New Roman" panose="02020603050405020304" pitchFamily="18" charset="0"/>
              </a:rPr>
              <a:t>College post,TamilNadu-638316,</a:t>
            </a:r>
            <a:endParaRPr lang="en-US" sz="1800" dirty="0">
              <a:latin typeface="Times New Roman" panose="02020603050405020304" pitchFamily="18" charset="0"/>
              <a:cs typeface="Times New Roman" panose="02020603050405020304" pitchFamily="18" charset="0"/>
            </a:endParaRPr>
          </a:p>
          <a:p>
            <a:pPr algn="ctr">
              <a:lnSpc>
                <a:spcPct val="100000"/>
              </a:lnSpc>
              <a:spcBef>
                <a:spcPts val="960"/>
              </a:spcBef>
            </a:pPr>
            <a:r>
              <a:rPr lang="en-US" sz="1800" spc="-5" dirty="0">
                <a:solidFill>
                  <a:srgbClr val="FFFFFF"/>
                </a:solidFill>
                <a:latin typeface="Times New Roman" panose="02020603050405020304" pitchFamily="18" charset="0"/>
                <a:cs typeface="Times New Roman" panose="02020603050405020304" pitchFamily="18" charset="0"/>
              </a:rPr>
              <a:t>Affiliated</a:t>
            </a:r>
            <a:r>
              <a:rPr lang="en-US" sz="1800" spc="-30" dirty="0">
                <a:solidFill>
                  <a:srgbClr val="FFFFFF"/>
                </a:solidFill>
                <a:latin typeface="Times New Roman" panose="02020603050405020304" pitchFamily="18" charset="0"/>
                <a:cs typeface="Times New Roman" panose="02020603050405020304" pitchFamily="18" charset="0"/>
              </a:rPr>
              <a:t> </a:t>
            </a:r>
            <a:r>
              <a:rPr lang="en-US" sz="1800" dirty="0">
                <a:solidFill>
                  <a:srgbClr val="FFFFFF"/>
                </a:solidFill>
                <a:latin typeface="Times New Roman" panose="02020603050405020304" pitchFamily="18" charset="0"/>
                <a:cs typeface="Times New Roman" panose="02020603050405020304" pitchFamily="18" charset="0"/>
              </a:rPr>
              <a:t>to</a:t>
            </a:r>
            <a:r>
              <a:rPr lang="en-US" sz="1800" spc="-110" dirty="0">
                <a:solidFill>
                  <a:srgbClr val="FFFFFF"/>
                </a:solidFill>
                <a:latin typeface="Times New Roman" panose="02020603050405020304" pitchFamily="18" charset="0"/>
                <a:cs typeface="Times New Roman" panose="02020603050405020304" pitchFamily="18" charset="0"/>
              </a:rPr>
              <a:t> </a:t>
            </a:r>
            <a:r>
              <a:rPr lang="en-US" sz="1800" spc="-5" dirty="0">
                <a:solidFill>
                  <a:srgbClr val="FFFFFF"/>
                </a:solidFill>
                <a:latin typeface="Times New Roman" panose="02020603050405020304" pitchFamily="18" charset="0"/>
                <a:cs typeface="Times New Roman" panose="02020603050405020304" pitchFamily="18" charset="0"/>
              </a:rPr>
              <a:t>Anna </a:t>
            </a:r>
            <a:r>
              <a:rPr lang="en-US" sz="1800" dirty="0">
                <a:solidFill>
                  <a:srgbClr val="FFFFFF"/>
                </a:solidFill>
                <a:latin typeface="Times New Roman" panose="02020603050405020304" pitchFamily="18" charset="0"/>
                <a:cs typeface="Times New Roman" panose="02020603050405020304" pitchFamily="18" charset="0"/>
              </a:rPr>
              <a:t>University</a:t>
            </a:r>
            <a:r>
              <a:rPr lang="en-US" sz="1800" spc="-35" dirty="0">
                <a:solidFill>
                  <a:srgbClr val="FFFFFF"/>
                </a:solidFill>
                <a:latin typeface="Times New Roman" panose="02020603050405020304" pitchFamily="18" charset="0"/>
                <a:cs typeface="Times New Roman" panose="02020603050405020304" pitchFamily="18" charset="0"/>
              </a:rPr>
              <a:t> </a:t>
            </a:r>
            <a:r>
              <a:rPr lang="en-US" sz="1800" dirty="0">
                <a:solidFill>
                  <a:srgbClr val="FFFFFF"/>
                </a:solidFill>
                <a:latin typeface="Times New Roman" panose="02020603050405020304" pitchFamily="18" charset="0"/>
                <a:cs typeface="Times New Roman" panose="02020603050405020304" pitchFamily="18" charset="0"/>
              </a:rPr>
              <a:t>,Chennai</a:t>
            </a:r>
            <a:r>
              <a:rPr lang="en-US" sz="1800" dirty="0">
                <a:solidFill>
                  <a:srgbClr val="FFFFFF"/>
                </a:solidFill>
                <a:latin typeface="Times New Roman"/>
                <a:cs typeface="Times New Roman"/>
              </a:rPr>
              <a:t>.</a:t>
            </a:r>
            <a:endParaRPr lang="en-US" sz="1800" dirty="0">
              <a:latin typeface="Times New Roman"/>
              <a:cs typeface="Times New Roman"/>
            </a:endParaRPr>
          </a:p>
        </p:txBody>
      </p:sp>
      <p:sp>
        <p:nvSpPr>
          <p:cNvPr id="12" name="TextBox 11">
            <a:extLst>
              <a:ext uri="{FF2B5EF4-FFF2-40B4-BE49-F238E27FC236}">
                <a16:creationId xmlns:a16="http://schemas.microsoft.com/office/drawing/2014/main" id="{049EC11B-3496-F878-78C8-8135A6D7EA78}"/>
              </a:ext>
            </a:extLst>
          </p:cNvPr>
          <p:cNvSpPr txBox="1"/>
          <p:nvPr/>
        </p:nvSpPr>
        <p:spPr>
          <a:xfrm>
            <a:off x="2066391" y="2185570"/>
            <a:ext cx="10402528" cy="1384995"/>
          </a:xfrm>
          <a:prstGeom prst="rect">
            <a:avLst/>
          </a:prstGeom>
          <a:noFill/>
        </p:spPr>
        <p:txBody>
          <a:bodyPr wrap="square" rtlCol="0">
            <a:spAutoFit/>
          </a:bodyPr>
          <a:lstStyle/>
          <a:p>
            <a:r>
              <a:rPr lang="en-US" sz="2800" dirty="0">
                <a:solidFill>
                  <a:schemeClr val="bg1"/>
                </a:solidFill>
                <a:latin typeface="Times New Roman" panose="02020603050405020304" pitchFamily="18" charset="0"/>
                <a:cs typeface="Times New Roman" panose="02020603050405020304" pitchFamily="18" charset="0"/>
              </a:rPr>
              <a:t>NAME OF THE STUDENT        :</a:t>
            </a:r>
            <a:r>
              <a:rPr lang="en-US" sz="2800" spc="-5" dirty="0">
                <a:solidFill>
                  <a:srgbClr val="FFFFFF"/>
                </a:solidFill>
                <a:latin typeface="Times New Roman"/>
                <a:cs typeface="Times New Roman"/>
              </a:rPr>
              <a:t> </a:t>
            </a:r>
            <a:r>
              <a:rPr lang="en-US" sz="2800" spc="-5" dirty="0" err="1">
                <a:solidFill>
                  <a:srgbClr val="FFFFFF"/>
                </a:solidFill>
                <a:latin typeface="Times New Roman"/>
                <a:cs typeface="Times New Roman"/>
              </a:rPr>
              <a:t>Gokulnath</a:t>
            </a:r>
            <a:r>
              <a:rPr lang="en-US" sz="2800" spc="-5" dirty="0">
                <a:solidFill>
                  <a:srgbClr val="FFFFFF"/>
                </a:solidFill>
                <a:latin typeface="Times New Roman"/>
                <a:cs typeface="Times New Roman"/>
              </a:rPr>
              <a:t> G</a:t>
            </a:r>
            <a:endParaRPr lang="en-US" sz="2800" dirty="0">
              <a:solidFill>
                <a:schemeClr val="bg1"/>
              </a:solidFill>
              <a:latin typeface="Times New Roman" panose="02020603050405020304" pitchFamily="18" charset="0"/>
              <a:cs typeface="Times New Roman" panose="02020603050405020304" pitchFamily="18" charset="0"/>
            </a:endParaRPr>
          </a:p>
          <a:p>
            <a:r>
              <a:rPr lang="en-US" sz="2800" dirty="0">
                <a:solidFill>
                  <a:schemeClr val="bg1"/>
                </a:solidFill>
                <a:latin typeface="Times New Roman" panose="02020603050405020304" pitchFamily="18" charset="0"/>
                <a:cs typeface="Times New Roman" panose="02020603050405020304" pitchFamily="18" charset="0"/>
              </a:rPr>
              <a:t>NAAN MUDHALVAN REG NO:</a:t>
            </a:r>
            <a:r>
              <a:rPr lang="en-US" sz="2800" spc="-7" baseline="1736" dirty="0">
                <a:solidFill>
                  <a:srgbClr val="FFFFFF"/>
                </a:solidFill>
                <a:latin typeface="Times New Roman"/>
                <a:cs typeface="Times New Roman"/>
              </a:rPr>
              <a:t> </a:t>
            </a:r>
            <a:r>
              <a:rPr lang="en-US" sz="2800" dirty="0">
                <a:solidFill>
                  <a:srgbClr val="FFFFFF"/>
                </a:solidFill>
                <a:latin typeface="Times New Roman"/>
                <a:cs typeface="Times New Roman"/>
              </a:rPr>
              <a:t>aut7311106l04</a:t>
            </a: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p>
        </p:txBody>
      </p:sp>
    </p:spTree>
    <p:extLst>
      <p:ext uri="{BB962C8B-B14F-4D97-AF65-F5344CB8AC3E}">
        <p14:creationId xmlns:p14="http://schemas.microsoft.com/office/powerpoint/2010/main" val="88543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a:extLst>
              <a:ext uri="{FF2B5EF4-FFF2-40B4-BE49-F238E27FC236}">
                <a16:creationId xmlns:a16="http://schemas.microsoft.com/office/drawing/2014/main" id="{FF1FDA4E-DF01-4D02-BE4F-950B8F39C2BD}"/>
              </a:ext>
            </a:extLst>
          </p:cNvPr>
          <p:cNvGrpSpPr/>
          <p:nvPr/>
        </p:nvGrpSpPr>
        <p:grpSpPr>
          <a:xfrm rot="16200000">
            <a:off x="5185060" y="-1635379"/>
            <a:ext cx="1819481" cy="12191852"/>
            <a:chOff x="7863840" y="1228255"/>
            <a:chExt cx="909828" cy="228600"/>
          </a:xfrm>
        </p:grpSpPr>
        <p:sp>
          <p:nvSpPr>
            <p:cNvPr id="58" name="Rectangle 57">
              <a:extLst>
                <a:ext uri="{FF2B5EF4-FFF2-40B4-BE49-F238E27FC236}">
                  <a16:creationId xmlns:a16="http://schemas.microsoft.com/office/drawing/2014/main" id="{775BF98B-6CE0-479F-B192-D0B65405D91E}"/>
                </a:ext>
              </a:extLst>
            </p:cNvPr>
            <p:cNvSpPr/>
            <p:nvPr/>
          </p:nvSpPr>
          <p:spPr>
            <a:xfrm>
              <a:off x="7863840" y="1228255"/>
              <a:ext cx="228600" cy="228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5E689373-AF9D-48E9-912C-597D7E266311}"/>
                </a:ext>
              </a:extLst>
            </p:cNvPr>
            <p:cNvSpPr/>
            <p:nvPr/>
          </p:nvSpPr>
          <p:spPr>
            <a:xfrm>
              <a:off x="8090916" y="1228255"/>
              <a:ext cx="228600" cy="228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9A34452-B0CF-452A-A38C-0E75F4630101}"/>
                </a:ext>
              </a:extLst>
            </p:cNvPr>
            <p:cNvSpPr/>
            <p:nvPr/>
          </p:nvSpPr>
          <p:spPr>
            <a:xfrm>
              <a:off x="8317992" y="1228255"/>
              <a:ext cx="22860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D810C2BA-7B37-4863-B1DB-843D5DBB60E2}"/>
                </a:ext>
              </a:extLst>
            </p:cNvPr>
            <p:cNvSpPr/>
            <p:nvPr/>
          </p:nvSpPr>
          <p:spPr>
            <a:xfrm>
              <a:off x="8545068" y="1228255"/>
              <a:ext cx="228600" cy="2286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3">
            <a:extLst>
              <a:ext uri="{FF2B5EF4-FFF2-40B4-BE49-F238E27FC236}">
                <a16:creationId xmlns:a16="http://schemas.microsoft.com/office/drawing/2014/main" id="{F4CB848E-1D16-4F7F-919F-6A9FB17B8BC0}"/>
              </a:ext>
            </a:extLst>
          </p:cNvPr>
          <p:cNvSpPr/>
          <p:nvPr/>
        </p:nvSpPr>
        <p:spPr>
          <a:xfrm>
            <a:off x="0" y="3550807"/>
            <a:ext cx="12192000" cy="18181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2C559B9-D98C-4A53-B487-921BAB20C290}"/>
              </a:ext>
            </a:extLst>
          </p:cNvPr>
          <p:cNvSpPr txBox="1"/>
          <p:nvPr/>
        </p:nvSpPr>
        <p:spPr>
          <a:xfrm>
            <a:off x="1" y="3859392"/>
            <a:ext cx="12192000" cy="830997"/>
          </a:xfrm>
          <a:prstGeom prst="rect">
            <a:avLst/>
          </a:prstGeom>
          <a:noFill/>
        </p:spPr>
        <p:txBody>
          <a:bodyPr wrap="square" rtlCol="0" anchor="ctr">
            <a:spAutoFit/>
          </a:bodyPr>
          <a:lstStyle/>
          <a:p>
            <a:pPr algn="ctr"/>
            <a:r>
              <a:rPr lang="en-US" altLang="ko-KR" sz="4800" dirty="0">
                <a:solidFill>
                  <a:schemeClr val="bg1"/>
                </a:solidFill>
                <a:latin typeface="Times New Roman" panose="02020603050405020304" pitchFamily="18" charset="0"/>
                <a:cs typeface="Times New Roman" panose="02020603050405020304" pitchFamily="18" charset="0"/>
              </a:rPr>
              <a:t>PHASE 3</a:t>
            </a:r>
            <a:endParaRPr lang="ko-KR" altLang="en-US" sz="4800"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FA9F188-90E6-40A2-9335-DDFC6839B870}"/>
              </a:ext>
            </a:extLst>
          </p:cNvPr>
          <p:cNvSpPr txBox="1"/>
          <p:nvPr/>
        </p:nvSpPr>
        <p:spPr>
          <a:xfrm>
            <a:off x="-174760" y="4553519"/>
            <a:ext cx="12191853" cy="400110"/>
          </a:xfrm>
          <a:prstGeom prst="rect">
            <a:avLst/>
          </a:prstGeom>
          <a:noFill/>
        </p:spPr>
        <p:txBody>
          <a:bodyPr wrap="square" rtlCol="0" anchor="ctr">
            <a:spAutoFit/>
          </a:bodyPr>
          <a:lstStyle/>
          <a:p>
            <a:pPr algn="l"/>
            <a:r>
              <a:rPr lang="en-US" sz="2000" b="1" dirty="0">
                <a:solidFill>
                  <a:srgbClr val="474747"/>
                </a:solidFill>
                <a:effectLst/>
                <a:latin typeface="Open Sans" panose="020B0606030504020204" pitchFamily="34" charset="0"/>
              </a:rPr>
              <a:t>                                                                        </a:t>
            </a:r>
            <a:r>
              <a:rPr lang="en-US" sz="2000" b="1" u="sng" dirty="0">
                <a:solidFill>
                  <a:srgbClr val="FF0000"/>
                </a:solidFill>
                <a:effectLst/>
                <a:latin typeface="Times New Roman" panose="02020603050405020304" pitchFamily="18" charset="0"/>
                <a:cs typeface="Times New Roman" panose="02020603050405020304" pitchFamily="18" charset="0"/>
              </a:rPr>
              <a:t>DEVELOP</a:t>
            </a:r>
            <a:r>
              <a:rPr lang="en-US" sz="2000" b="1" u="sng" dirty="0">
                <a:solidFill>
                  <a:srgbClr val="FFFF00"/>
                </a:solidFill>
                <a:effectLst/>
                <a:latin typeface="Times New Roman" panose="02020603050405020304" pitchFamily="18" charset="0"/>
                <a:cs typeface="Times New Roman" panose="02020603050405020304" pitchFamily="18" charset="0"/>
              </a:rPr>
              <a:t>MENT</a:t>
            </a:r>
            <a:r>
              <a:rPr lang="en-US" sz="2000" b="1" u="sng" dirty="0">
                <a:solidFill>
                  <a:srgbClr val="474747"/>
                </a:solidFill>
                <a:effectLst/>
                <a:latin typeface="Times New Roman" panose="02020603050405020304" pitchFamily="18" charset="0"/>
                <a:cs typeface="Times New Roman" panose="02020603050405020304" pitchFamily="18" charset="0"/>
              </a:rPr>
              <a:t> </a:t>
            </a:r>
            <a:r>
              <a:rPr lang="en-US" sz="2000" b="1" u="sng" dirty="0">
                <a:solidFill>
                  <a:srgbClr val="00FF00"/>
                </a:solidFill>
                <a:effectLst/>
                <a:latin typeface="Times New Roman" panose="02020603050405020304" pitchFamily="18" charset="0"/>
                <a:cs typeface="Times New Roman" panose="02020603050405020304" pitchFamily="18" charset="0"/>
              </a:rPr>
              <a:t>PART-1</a:t>
            </a:r>
          </a:p>
        </p:txBody>
      </p:sp>
      <p:grpSp>
        <p:nvGrpSpPr>
          <p:cNvPr id="7" name="Group 6">
            <a:extLst>
              <a:ext uri="{FF2B5EF4-FFF2-40B4-BE49-F238E27FC236}">
                <a16:creationId xmlns:a16="http://schemas.microsoft.com/office/drawing/2014/main" id="{9735DCAE-0DE9-45E0-A48A-B18941551671}"/>
              </a:ext>
            </a:extLst>
          </p:cNvPr>
          <p:cNvGrpSpPr/>
          <p:nvPr/>
        </p:nvGrpSpPr>
        <p:grpSpPr>
          <a:xfrm rot="3017773">
            <a:off x="5584718" y="1817122"/>
            <a:ext cx="469873" cy="327856"/>
            <a:chOff x="5405974" y="1533288"/>
            <a:chExt cx="608646" cy="424685"/>
          </a:xfrm>
        </p:grpSpPr>
        <p:sp>
          <p:nvSpPr>
            <p:cNvPr id="8" name="Trapezoid 7">
              <a:extLst>
                <a:ext uri="{FF2B5EF4-FFF2-40B4-BE49-F238E27FC236}">
                  <a16:creationId xmlns:a16="http://schemas.microsoft.com/office/drawing/2014/main" id="{D9CB82F0-1BBB-4901-9194-76CB42845806}"/>
                </a:ext>
              </a:extLst>
            </p:cNvPr>
            <p:cNvSpPr/>
            <p:nvPr/>
          </p:nvSpPr>
          <p:spPr>
            <a:xfrm rot="5912136" flipH="1">
              <a:off x="5633173" y="1617814"/>
              <a:ext cx="141626" cy="93186"/>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apezoid 8">
              <a:extLst>
                <a:ext uri="{FF2B5EF4-FFF2-40B4-BE49-F238E27FC236}">
                  <a16:creationId xmlns:a16="http://schemas.microsoft.com/office/drawing/2014/main" id="{4D88FC46-5725-410F-890A-35F76450D5F0}"/>
                </a:ext>
              </a:extLst>
            </p:cNvPr>
            <p:cNvSpPr/>
            <p:nvPr/>
          </p:nvSpPr>
          <p:spPr>
            <a:xfrm rot="7277434" flipH="1">
              <a:off x="5857778" y="1735728"/>
              <a:ext cx="103331" cy="96694"/>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apezoid 9">
              <a:extLst>
                <a:ext uri="{FF2B5EF4-FFF2-40B4-BE49-F238E27FC236}">
                  <a16:creationId xmlns:a16="http://schemas.microsoft.com/office/drawing/2014/main" id="{48B958BF-0A77-4155-A4B2-0AACCACBC099}"/>
                </a:ext>
              </a:extLst>
            </p:cNvPr>
            <p:cNvSpPr/>
            <p:nvPr/>
          </p:nvSpPr>
          <p:spPr>
            <a:xfrm rot="5912136" flipH="1">
              <a:off x="5438996" y="1500266"/>
              <a:ext cx="200130" cy="266173"/>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apezoid 10">
              <a:extLst>
                <a:ext uri="{FF2B5EF4-FFF2-40B4-BE49-F238E27FC236}">
                  <a16:creationId xmlns:a16="http://schemas.microsoft.com/office/drawing/2014/main" id="{694FAF09-C37B-4D5F-8986-128E1406A5B8}"/>
                </a:ext>
              </a:extLst>
            </p:cNvPr>
            <p:cNvSpPr/>
            <p:nvPr/>
          </p:nvSpPr>
          <p:spPr>
            <a:xfrm rot="7277434" flipH="1">
              <a:off x="5727739" y="1619233"/>
              <a:ext cx="146016" cy="194202"/>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apezoid 11">
              <a:extLst>
                <a:ext uri="{FF2B5EF4-FFF2-40B4-BE49-F238E27FC236}">
                  <a16:creationId xmlns:a16="http://schemas.microsoft.com/office/drawing/2014/main" id="{2DC4A586-D53B-4732-9EC4-ECBA24BE2E06}"/>
                </a:ext>
              </a:extLst>
            </p:cNvPr>
            <p:cNvSpPr/>
            <p:nvPr/>
          </p:nvSpPr>
          <p:spPr>
            <a:xfrm rot="8867088" flipH="1">
              <a:off x="5921123" y="1778027"/>
              <a:ext cx="93497" cy="179946"/>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ED81B5EA-563E-4DB8-9CFD-33E2046DB885}"/>
              </a:ext>
            </a:extLst>
          </p:cNvPr>
          <p:cNvGrpSpPr/>
          <p:nvPr/>
        </p:nvGrpSpPr>
        <p:grpSpPr>
          <a:xfrm rot="7898637">
            <a:off x="5214392" y="1000348"/>
            <a:ext cx="344525" cy="861967"/>
            <a:chOff x="4130248" y="650162"/>
            <a:chExt cx="502279" cy="1664988"/>
          </a:xfrm>
          <a:solidFill>
            <a:schemeClr val="accent2"/>
          </a:solidFill>
        </p:grpSpPr>
        <p:sp>
          <p:nvSpPr>
            <p:cNvPr id="47" name="Trapezoid 46">
              <a:extLst>
                <a:ext uri="{FF2B5EF4-FFF2-40B4-BE49-F238E27FC236}">
                  <a16:creationId xmlns:a16="http://schemas.microsoft.com/office/drawing/2014/main" id="{25299E69-BA35-434B-B436-C1980380A0BC}"/>
                </a:ext>
              </a:extLst>
            </p:cNvPr>
            <p:cNvSpPr/>
            <p:nvPr/>
          </p:nvSpPr>
          <p:spPr>
            <a:xfrm>
              <a:off x="4130248" y="650162"/>
              <a:ext cx="502273" cy="1664988"/>
            </a:xfrm>
            <a:prstGeom prst="trapezoid">
              <a:avLst>
                <a:gd name="adj" fmla="val 9168"/>
              </a:avLst>
            </a:prstGeom>
            <a:grp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rapezoid 94">
              <a:extLst>
                <a:ext uri="{FF2B5EF4-FFF2-40B4-BE49-F238E27FC236}">
                  <a16:creationId xmlns:a16="http://schemas.microsoft.com/office/drawing/2014/main" id="{835959BC-934F-4D8A-AA73-95D23A7C2F98}"/>
                </a:ext>
              </a:extLst>
            </p:cNvPr>
            <p:cNvSpPr/>
            <p:nvPr/>
          </p:nvSpPr>
          <p:spPr>
            <a:xfrm>
              <a:off x="4449648" y="650162"/>
              <a:ext cx="182879" cy="1664988"/>
            </a:xfrm>
            <a:custGeom>
              <a:avLst/>
              <a:gdLst>
                <a:gd name="connsiteX0" fmla="*/ 0 w 182880"/>
                <a:gd name="connsiteY0" fmla="*/ 1664988 h 1664988"/>
                <a:gd name="connsiteX1" fmla="*/ 0 w 182880"/>
                <a:gd name="connsiteY1" fmla="*/ 0 h 1664988"/>
                <a:gd name="connsiteX2" fmla="*/ 182880 w 182880"/>
                <a:gd name="connsiteY2" fmla="*/ 0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130540 w 182880"/>
                <a:gd name="connsiteY2" fmla="*/ 3079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68965 w 182880"/>
                <a:gd name="connsiteY2" fmla="*/ 6157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133619 w 182880"/>
                <a:gd name="connsiteY2" fmla="*/ 3079 h 1664988"/>
                <a:gd name="connsiteX3" fmla="*/ 182880 w 182880"/>
                <a:gd name="connsiteY3" fmla="*/ 1664988 h 1664988"/>
                <a:gd name="connsiteX4" fmla="*/ 0 w 182880"/>
                <a:gd name="connsiteY4" fmla="*/ 1664988 h 1664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 h="1664988">
                  <a:moveTo>
                    <a:pt x="0" y="1664988"/>
                  </a:moveTo>
                  <a:lnTo>
                    <a:pt x="0" y="0"/>
                  </a:lnTo>
                  <a:lnTo>
                    <a:pt x="133619" y="3079"/>
                  </a:lnTo>
                  <a:lnTo>
                    <a:pt x="182880" y="1664988"/>
                  </a:lnTo>
                  <a:lnTo>
                    <a:pt x="0" y="1664988"/>
                  </a:lnTo>
                  <a:close/>
                </a:path>
              </a:pathLst>
            </a:cu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141212BB-D030-4BEF-BE2B-E8A3CC790CBA}"/>
              </a:ext>
            </a:extLst>
          </p:cNvPr>
          <p:cNvGrpSpPr/>
          <p:nvPr/>
        </p:nvGrpSpPr>
        <p:grpSpPr>
          <a:xfrm rot="15664019">
            <a:off x="4239240" y="746537"/>
            <a:ext cx="414152" cy="1446605"/>
            <a:chOff x="391499" y="630207"/>
            <a:chExt cx="531848" cy="1593194"/>
          </a:xfrm>
        </p:grpSpPr>
        <p:sp>
          <p:nvSpPr>
            <p:cNvPr id="45" name="Rectangle: Rounded Corners 44">
              <a:extLst>
                <a:ext uri="{FF2B5EF4-FFF2-40B4-BE49-F238E27FC236}">
                  <a16:creationId xmlns:a16="http://schemas.microsoft.com/office/drawing/2014/main" id="{B9BE7176-3872-43EB-A826-A8BF0B3D3AA9}"/>
                </a:ext>
              </a:extLst>
            </p:cNvPr>
            <p:cNvSpPr/>
            <p:nvPr/>
          </p:nvSpPr>
          <p:spPr>
            <a:xfrm rot="20495611">
              <a:off x="400453" y="630207"/>
              <a:ext cx="522894" cy="1539139"/>
            </a:xfrm>
            <a:prstGeom prst="roundRect">
              <a:avLst>
                <a:gd name="adj"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33A43497-A4DD-45E4-9034-17F05C2472D1}"/>
                </a:ext>
              </a:extLst>
            </p:cNvPr>
            <p:cNvSpPr/>
            <p:nvPr/>
          </p:nvSpPr>
          <p:spPr>
            <a:xfrm rot="20495611">
              <a:off x="391499" y="684262"/>
              <a:ext cx="191608" cy="1539139"/>
            </a:xfrm>
            <a:prstGeom prst="roundRect">
              <a:avLst>
                <a:gd name="adj"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C5481BE7-71C0-450E-A70A-571423B47A0D}"/>
              </a:ext>
            </a:extLst>
          </p:cNvPr>
          <p:cNvGrpSpPr/>
          <p:nvPr/>
        </p:nvGrpSpPr>
        <p:grpSpPr>
          <a:xfrm rot="1062574">
            <a:off x="4839586" y="933055"/>
            <a:ext cx="437403" cy="437403"/>
            <a:chOff x="121429" y="411151"/>
            <a:chExt cx="607375" cy="607375"/>
          </a:xfrm>
        </p:grpSpPr>
        <p:sp>
          <p:nvSpPr>
            <p:cNvPr id="41" name="Oval 40">
              <a:extLst>
                <a:ext uri="{FF2B5EF4-FFF2-40B4-BE49-F238E27FC236}">
                  <a16:creationId xmlns:a16="http://schemas.microsoft.com/office/drawing/2014/main" id="{B6BF831C-93C3-4C77-BDD8-D85C6F731450}"/>
                </a:ext>
              </a:extLst>
            </p:cNvPr>
            <p:cNvSpPr/>
            <p:nvPr/>
          </p:nvSpPr>
          <p:spPr>
            <a:xfrm>
              <a:off x="121429" y="411151"/>
              <a:ext cx="607375" cy="607375"/>
            </a:xfrm>
            <a:prstGeom prst="ellipse">
              <a:avLst/>
            </a:prstGeom>
            <a:solidFill>
              <a:schemeClr val="accent2"/>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E48EA4FD-67BD-4ECB-B5B2-D1AF9B26157F}"/>
                </a:ext>
              </a:extLst>
            </p:cNvPr>
            <p:cNvSpPr/>
            <p:nvPr/>
          </p:nvSpPr>
          <p:spPr>
            <a:xfrm>
              <a:off x="186933" y="476655"/>
              <a:ext cx="476367" cy="476367"/>
            </a:xfrm>
            <a:custGeom>
              <a:avLst/>
              <a:gdLst>
                <a:gd name="connsiteX0" fmla="*/ 977265 w 1950394"/>
                <a:gd name="connsiteY0" fmla="*/ 1954006 h 1950394"/>
                <a:gd name="connsiteX1" fmla="*/ 4 w 1950394"/>
                <a:gd name="connsiteY1" fmla="*/ 977261 h 1950394"/>
                <a:gd name="connsiteX2" fmla="*/ 976749 w 1950394"/>
                <a:gd name="connsiteY2" fmla="*/ 0 h 1950394"/>
                <a:gd name="connsiteX3" fmla="*/ 1953494 w 1950394"/>
                <a:gd name="connsiteY3" fmla="*/ 976229 h 1950394"/>
                <a:gd name="connsiteX4" fmla="*/ 977265 w 1950394"/>
                <a:gd name="connsiteY4" fmla="*/ 1954006 h 1950394"/>
                <a:gd name="connsiteX5" fmla="*/ 1198104 w 1950394"/>
                <a:gd name="connsiteY5" fmla="*/ 1613977 h 1950394"/>
                <a:gd name="connsiteX6" fmla="*/ 1221839 w 1950394"/>
                <a:gd name="connsiteY6" fmla="*/ 1574763 h 1950394"/>
                <a:gd name="connsiteX7" fmla="*/ 1240930 w 1950394"/>
                <a:gd name="connsiteY7" fmla="*/ 1566507 h 1950394"/>
                <a:gd name="connsiteX8" fmla="*/ 1257957 w 1950394"/>
                <a:gd name="connsiteY8" fmla="*/ 1569603 h 1950394"/>
                <a:gd name="connsiteX9" fmla="*/ 1298203 w 1950394"/>
                <a:gd name="connsiteY9" fmla="*/ 1624297 h 1950394"/>
                <a:gd name="connsiteX10" fmla="*/ 1311619 w 1950394"/>
                <a:gd name="connsiteY10" fmla="*/ 1629456 h 1950394"/>
                <a:gd name="connsiteX11" fmla="*/ 1375084 w 1950394"/>
                <a:gd name="connsiteY11" fmla="*/ 1592822 h 1950394"/>
                <a:gd name="connsiteX12" fmla="*/ 1377148 w 1950394"/>
                <a:gd name="connsiteY12" fmla="*/ 1578891 h 1950394"/>
                <a:gd name="connsiteX13" fmla="*/ 1349285 w 1950394"/>
                <a:gd name="connsiteY13" fmla="*/ 1515426 h 1950394"/>
                <a:gd name="connsiteX14" fmla="*/ 1353413 w 1950394"/>
                <a:gd name="connsiteY14" fmla="*/ 1502010 h 1950394"/>
                <a:gd name="connsiteX15" fmla="*/ 1385919 w 1950394"/>
                <a:gd name="connsiteY15" fmla="*/ 1476727 h 1950394"/>
                <a:gd name="connsiteX16" fmla="*/ 1400883 w 1950394"/>
                <a:gd name="connsiteY16" fmla="*/ 1476727 h 1950394"/>
                <a:gd name="connsiteX17" fmla="*/ 1452996 w 1950394"/>
                <a:gd name="connsiteY17" fmla="*/ 1518005 h 1950394"/>
                <a:gd name="connsiteX18" fmla="*/ 1470024 w 1950394"/>
                <a:gd name="connsiteY18" fmla="*/ 1519553 h 1950394"/>
                <a:gd name="connsiteX19" fmla="*/ 1519041 w 1950394"/>
                <a:gd name="connsiteY19" fmla="*/ 1470535 h 1950394"/>
                <a:gd name="connsiteX20" fmla="*/ 1518010 w 1950394"/>
                <a:gd name="connsiteY20" fmla="*/ 1453508 h 1950394"/>
                <a:gd name="connsiteX21" fmla="*/ 1475699 w 1950394"/>
                <a:gd name="connsiteY21" fmla="*/ 1400363 h 1950394"/>
                <a:gd name="connsiteX22" fmla="*/ 1476215 w 1950394"/>
                <a:gd name="connsiteY22" fmla="*/ 1386431 h 1950394"/>
                <a:gd name="connsiteX23" fmla="*/ 1501498 w 1950394"/>
                <a:gd name="connsiteY23" fmla="*/ 1353925 h 1950394"/>
                <a:gd name="connsiteX24" fmla="*/ 1515946 w 1950394"/>
                <a:gd name="connsiteY24" fmla="*/ 1349797 h 1950394"/>
                <a:gd name="connsiteX25" fmla="*/ 1579411 w 1950394"/>
                <a:gd name="connsiteY25" fmla="*/ 1377660 h 1950394"/>
                <a:gd name="connsiteX26" fmla="*/ 1592310 w 1950394"/>
                <a:gd name="connsiteY26" fmla="*/ 1375596 h 1950394"/>
                <a:gd name="connsiteX27" fmla="*/ 1628945 w 1950394"/>
                <a:gd name="connsiteY27" fmla="*/ 1312130 h 1950394"/>
                <a:gd name="connsiteX28" fmla="*/ 1623785 w 1950394"/>
                <a:gd name="connsiteY28" fmla="*/ 1298199 h 1950394"/>
                <a:gd name="connsiteX29" fmla="*/ 1577863 w 1950394"/>
                <a:gd name="connsiteY29" fmla="*/ 1265692 h 1950394"/>
                <a:gd name="connsiteX30" fmla="*/ 1571155 w 1950394"/>
                <a:gd name="connsiteY30" fmla="*/ 1230090 h 1950394"/>
                <a:gd name="connsiteX31" fmla="*/ 1579927 w 1950394"/>
                <a:gd name="connsiteY31" fmla="*/ 1208419 h 1950394"/>
                <a:gd name="connsiteX32" fmla="*/ 1596438 w 1950394"/>
                <a:gd name="connsiteY32" fmla="*/ 1197583 h 1950394"/>
                <a:gd name="connsiteX33" fmla="*/ 1660935 w 1950394"/>
                <a:gd name="connsiteY33" fmla="*/ 1207387 h 1950394"/>
                <a:gd name="connsiteX34" fmla="*/ 1675383 w 1950394"/>
                <a:gd name="connsiteY34" fmla="*/ 1201195 h 1950394"/>
                <a:gd name="connsiteX35" fmla="*/ 1693442 w 1950394"/>
                <a:gd name="connsiteY35" fmla="*/ 1132570 h 1950394"/>
                <a:gd name="connsiteX36" fmla="*/ 1684154 w 1950394"/>
                <a:gd name="connsiteY36" fmla="*/ 1119155 h 1950394"/>
                <a:gd name="connsiteX37" fmla="*/ 1621205 w 1950394"/>
                <a:gd name="connsiteY37" fmla="*/ 1093872 h 1950394"/>
                <a:gd name="connsiteX38" fmla="*/ 1614497 w 1950394"/>
                <a:gd name="connsiteY38" fmla="*/ 1083037 h 1950394"/>
                <a:gd name="connsiteX39" fmla="*/ 1620173 w 1950394"/>
                <a:gd name="connsiteY39" fmla="*/ 1042274 h 1950394"/>
                <a:gd name="connsiteX40" fmla="*/ 1632557 w 1950394"/>
                <a:gd name="connsiteY40" fmla="*/ 1029891 h 1950394"/>
                <a:gd name="connsiteX41" fmla="*/ 1696022 w 1950394"/>
                <a:gd name="connsiteY41" fmla="*/ 1022667 h 1950394"/>
                <a:gd name="connsiteX42" fmla="*/ 1709437 w 1950394"/>
                <a:gd name="connsiteY42" fmla="*/ 1010800 h 1950394"/>
                <a:gd name="connsiteX43" fmla="*/ 1709437 w 1950394"/>
                <a:gd name="connsiteY43" fmla="*/ 943723 h 1950394"/>
                <a:gd name="connsiteX44" fmla="*/ 1694990 w 1950394"/>
                <a:gd name="connsiteY44" fmla="*/ 931339 h 1950394"/>
                <a:gd name="connsiteX45" fmla="*/ 1650616 w 1950394"/>
                <a:gd name="connsiteY45" fmla="*/ 928243 h 1950394"/>
                <a:gd name="connsiteX46" fmla="*/ 1618109 w 1950394"/>
                <a:gd name="connsiteY46" fmla="*/ 892125 h 1950394"/>
                <a:gd name="connsiteX47" fmla="*/ 1615013 w 1950394"/>
                <a:gd name="connsiteY47" fmla="*/ 874582 h 1950394"/>
                <a:gd name="connsiteX48" fmla="*/ 1622753 w 1950394"/>
                <a:gd name="connsiteY48" fmla="*/ 859102 h 1950394"/>
                <a:gd name="connsiteX49" fmla="*/ 1684670 w 1950394"/>
                <a:gd name="connsiteY49" fmla="*/ 834851 h 1950394"/>
                <a:gd name="connsiteX50" fmla="*/ 1693442 w 1950394"/>
                <a:gd name="connsiteY50" fmla="*/ 821952 h 1950394"/>
                <a:gd name="connsiteX51" fmla="*/ 1674867 w 1950394"/>
                <a:gd name="connsiteY51" fmla="*/ 753327 h 1950394"/>
                <a:gd name="connsiteX52" fmla="*/ 1659903 w 1950394"/>
                <a:gd name="connsiteY52" fmla="*/ 746619 h 1950394"/>
                <a:gd name="connsiteX53" fmla="*/ 1594374 w 1950394"/>
                <a:gd name="connsiteY53" fmla="*/ 756423 h 1950394"/>
                <a:gd name="connsiteX54" fmla="*/ 1580443 w 1950394"/>
                <a:gd name="connsiteY54" fmla="*/ 747651 h 1950394"/>
                <a:gd name="connsiteX55" fmla="*/ 1565995 w 1950394"/>
                <a:gd name="connsiteY55" fmla="*/ 713081 h 1950394"/>
                <a:gd name="connsiteX56" fmla="*/ 1570123 w 1950394"/>
                <a:gd name="connsiteY56" fmla="*/ 696054 h 1950394"/>
                <a:gd name="connsiteX57" fmla="*/ 1623269 w 1950394"/>
                <a:gd name="connsiteY57" fmla="*/ 656323 h 1950394"/>
                <a:gd name="connsiteX58" fmla="*/ 1628429 w 1950394"/>
                <a:gd name="connsiteY58" fmla="*/ 641876 h 1950394"/>
                <a:gd name="connsiteX59" fmla="*/ 1592310 w 1950394"/>
                <a:gd name="connsiteY59" fmla="*/ 579443 h 1950394"/>
                <a:gd name="connsiteX60" fmla="*/ 1578379 w 1950394"/>
                <a:gd name="connsiteY60" fmla="*/ 576863 h 1950394"/>
                <a:gd name="connsiteX61" fmla="*/ 1532457 w 1950394"/>
                <a:gd name="connsiteY61" fmla="*/ 599050 h 1950394"/>
                <a:gd name="connsiteX62" fmla="*/ 1490147 w 1950394"/>
                <a:gd name="connsiteY62" fmla="*/ 585118 h 1950394"/>
                <a:gd name="connsiteX63" fmla="*/ 1477247 w 1950394"/>
                <a:gd name="connsiteY63" fmla="*/ 569123 h 1950394"/>
                <a:gd name="connsiteX64" fmla="*/ 1476731 w 1950394"/>
                <a:gd name="connsiteY64" fmla="*/ 552096 h 1950394"/>
                <a:gd name="connsiteX65" fmla="*/ 1518525 w 1950394"/>
                <a:gd name="connsiteY65" fmla="*/ 499982 h 1950394"/>
                <a:gd name="connsiteX66" fmla="*/ 1519557 w 1950394"/>
                <a:gd name="connsiteY66" fmla="*/ 483987 h 1950394"/>
                <a:gd name="connsiteX67" fmla="*/ 1470540 w 1950394"/>
                <a:gd name="connsiteY67" fmla="*/ 434453 h 1950394"/>
                <a:gd name="connsiteX68" fmla="*/ 1452480 w 1950394"/>
                <a:gd name="connsiteY68" fmla="*/ 436001 h 1950394"/>
                <a:gd name="connsiteX69" fmla="*/ 1418942 w 1950394"/>
                <a:gd name="connsiteY69" fmla="*/ 465412 h 1950394"/>
                <a:gd name="connsiteX70" fmla="*/ 1369408 w 1950394"/>
                <a:gd name="connsiteY70" fmla="*/ 463348 h 1950394"/>
                <a:gd name="connsiteX71" fmla="*/ 1354961 w 1950394"/>
                <a:gd name="connsiteY71" fmla="*/ 452512 h 1950394"/>
                <a:gd name="connsiteX72" fmla="*/ 1349801 w 1950394"/>
                <a:gd name="connsiteY72" fmla="*/ 436001 h 1950394"/>
                <a:gd name="connsiteX73" fmla="*/ 1377148 w 1950394"/>
                <a:gd name="connsiteY73" fmla="*/ 374084 h 1950394"/>
                <a:gd name="connsiteX74" fmla="*/ 1374052 w 1950394"/>
                <a:gd name="connsiteY74" fmla="*/ 360152 h 1950394"/>
                <a:gd name="connsiteX75" fmla="*/ 1312651 w 1950394"/>
                <a:gd name="connsiteY75" fmla="*/ 324550 h 1950394"/>
                <a:gd name="connsiteX76" fmla="*/ 1296655 w 1950394"/>
                <a:gd name="connsiteY76" fmla="*/ 329193 h 1950394"/>
                <a:gd name="connsiteX77" fmla="*/ 1256925 w 1950394"/>
                <a:gd name="connsiteY77" fmla="*/ 382855 h 1950394"/>
                <a:gd name="connsiteX78" fmla="*/ 1238866 w 1950394"/>
                <a:gd name="connsiteY78" fmla="*/ 386467 h 1950394"/>
                <a:gd name="connsiteX79" fmla="*/ 1206875 w 1950394"/>
                <a:gd name="connsiteY79" fmla="*/ 373052 h 1950394"/>
                <a:gd name="connsiteX80" fmla="*/ 1196556 w 1950394"/>
                <a:gd name="connsiteY80" fmla="*/ 357572 h 1950394"/>
                <a:gd name="connsiteX81" fmla="*/ 1206359 w 1950394"/>
                <a:gd name="connsiteY81" fmla="*/ 293075 h 1950394"/>
                <a:gd name="connsiteX82" fmla="*/ 1199652 w 1950394"/>
                <a:gd name="connsiteY82" fmla="*/ 278112 h 1950394"/>
                <a:gd name="connsiteX83" fmla="*/ 1131027 w 1950394"/>
                <a:gd name="connsiteY83" fmla="*/ 259537 h 1950394"/>
                <a:gd name="connsiteX84" fmla="*/ 1118127 w 1950394"/>
                <a:gd name="connsiteY84" fmla="*/ 268308 h 1950394"/>
                <a:gd name="connsiteX85" fmla="*/ 1093360 w 1950394"/>
                <a:gd name="connsiteY85" fmla="*/ 331258 h 1950394"/>
                <a:gd name="connsiteX86" fmla="*/ 1079945 w 1950394"/>
                <a:gd name="connsiteY86" fmla="*/ 338481 h 1950394"/>
                <a:gd name="connsiteX87" fmla="*/ 1042794 w 1950394"/>
                <a:gd name="connsiteY87" fmla="*/ 333837 h 1950394"/>
                <a:gd name="connsiteX88" fmla="*/ 1028347 w 1950394"/>
                <a:gd name="connsiteY88" fmla="*/ 320422 h 1950394"/>
                <a:gd name="connsiteX89" fmla="*/ 1021123 w 1950394"/>
                <a:gd name="connsiteY89" fmla="*/ 257989 h 1950394"/>
                <a:gd name="connsiteX90" fmla="*/ 1008740 w 1950394"/>
                <a:gd name="connsiteY90" fmla="*/ 243541 h 1950394"/>
                <a:gd name="connsiteX91" fmla="*/ 941663 w 1950394"/>
                <a:gd name="connsiteY91" fmla="*/ 243541 h 1950394"/>
                <a:gd name="connsiteX92" fmla="*/ 929795 w 1950394"/>
                <a:gd name="connsiteY92" fmla="*/ 256957 h 1950394"/>
                <a:gd name="connsiteX93" fmla="*/ 922572 w 1950394"/>
                <a:gd name="connsiteY93" fmla="*/ 320422 h 1950394"/>
                <a:gd name="connsiteX94" fmla="*/ 909156 w 1950394"/>
                <a:gd name="connsiteY94" fmla="*/ 333321 h 1950394"/>
                <a:gd name="connsiteX95" fmla="*/ 872006 w 1950394"/>
                <a:gd name="connsiteY95" fmla="*/ 337965 h 1950394"/>
                <a:gd name="connsiteX96" fmla="*/ 857559 w 1950394"/>
                <a:gd name="connsiteY96" fmla="*/ 330226 h 1950394"/>
                <a:gd name="connsiteX97" fmla="*/ 833308 w 1950394"/>
                <a:gd name="connsiteY97" fmla="*/ 268308 h 1950394"/>
                <a:gd name="connsiteX98" fmla="*/ 819892 w 1950394"/>
                <a:gd name="connsiteY98" fmla="*/ 259021 h 1950394"/>
                <a:gd name="connsiteX99" fmla="*/ 753847 w 1950394"/>
                <a:gd name="connsiteY99" fmla="*/ 276564 h 1950394"/>
                <a:gd name="connsiteX100" fmla="*/ 745591 w 1950394"/>
                <a:gd name="connsiteY100" fmla="*/ 293075 h 1950394"/>
                <a:gd name="connsiteX101" fmla="*/ 754879 w 1950394"/>
                <a:gd name="connsiteY101" fmla="*/ 339513 h 1950394"/>
                <a:gd name="connsiteX102" fmla="*/ 728564 w 1950394"/>
                <a:gd name="connsiteY102" fmla="*/ 378728 h 1950394"/>
                <a:gd name="connsiteX103" fmla="*/ 712053 w 1950394"/>
                <a:gd name="connsiteY103" fmla="*/ 385951 h 1950394"/>
                <a:gd name="connsiteX104" fmla="*/ 695026 w 1950394"/>
                <a:gd name="connsiteY104" fmla="*/ 382855 h 1950394"/>
                <a:gd name="connsiteX105" fmla="*/ 654779 w 1950394"/>
                <a:gd name="connsiteY105" fmla="*/ 328161 h 1950394"/>
                <a:gd name="connsiteX106" fmla="*/ 641364 w 1950394"/>
                <a:gd name="connsiteY106" fmla="*/ 323002 h 1950394"/>
                <a:gd name="connsiteX107" fmla="*/ 577899 w 1950394"/>
                <a:gd name="connsiteY107" fmla="*/ 359636 h 1950394"/>
                <a:gd name="connsiteX108" fmla="*/ 574803 w 1950394"/>
                <a:gd name="connsiteY108" fmla="*/ 372536 h 1950394"/>
                <a:gd name="connsiteX109" fmla="*/ 602666 w 1950394"/>
                <a:gd name="connsiteY109" fmla="*/ 435485 h 1950394"/>
                <a:gd name="connsiteX110" fmla="*/ 598022 w 1950394"/>
                <a:gd name="connsiteY110" fmla="*/ 450964 h 1950394"/>
                <a:gd name="connsiteX111" fmla="*/ 567579 w 1950394"/>
                <a:gd name="connsiteY111" fmla="*/ 474699 h 1950394"/>
                <a:gd name="connsiteX112" fmla="*/ 550552 w 1950394"/>
                <a:gd name="connsiteY112" fmla="*/ 474699 h 1950394"/>
                <a:gd name="connsiteX113" fmla="*/ 498438 w 1950394"/>
                <a:gd name="connsiteY113" fmla="*/ 432905 h 1950394"/>
                <a:gd name="connsiteX114" fmla="*/ 483475 w 1950394"/>
                <a:gd name="connsiteY114" fmla="*/ 431357 h 1950394"/>
                <a:gd name="connsiteX115" fmla="*/ 432393 w 1950394"/>
                <a:gd name="connsiteY115" fmla="*/ 482439 h 1950394"/>
                <a:gd name="connsiteX116" fmla="*/ 433425 w 1950394"/>
                <a:gd name="connsiteY116" fmla="*/ 497402 h 1950394"/>
                <a:gd name="connsiteX117" fmla="*/ 475735 w 1950394"/>
                <a:gd name="connsiteY117" fmla="*/ 550032 h 1950394"/>
                <a:gd name="connsiteX118" fmla="*/ 475219 w 1950394"/>
                <a:gd name="connsiteY118" fmla="*/ 566027 h 1950394"/>
                <a:gd name="connsiteX119" fmla="*/ 450968 w 1950394"/>
                <a:gd name="connsiteY119" fmla="*/ 597502 h 1950394"/>
                <a:gd name="connsiteX120" fmla="*/ 437553 w 1950394"/>
                <a:gd name="connsiteY120" fmla="*/ 601629 h 1950394"/>
                <a:gd name="connsiteX121" fmla="*/ 373056 w 1950394"/>
                <a:gd name="connsiteY121" fmla="*/ 573251 h 1950394"/>
                <a:gd name="connsiteX122" fmla="*/ 360156 w 1950394"/>
                <a:gd name="connsiteY122" fmla="*/ 575315 h 1950394"/>
                <a:gd name="connsiteX123" fmla="*/ 323522 w 1950394"/>
                <a:gd name="connsiteY123" fmla="*/ 638780 h 1950394"/>
                <a:gd name="connsiteX124" fmla="*/ 328166 w 1950394"/>
                <a:gd name="connsiteY124" fmla="*/ 652711 h 1950394"/>
                <a:gd name="connsiteX125" fmla="*/ 374088 w 1950394"/>
                <a:gd name="connsiteY125" fmla="*/ 685218 h 1950394"/>
                <a:gd name="connsiteX126" fmla="*/ 380795 w 1950394"/>
                <a:gd name="connsiteY126" fmla="*/ 720820 h 1950394"/>
                <a:gd name="connsiteX127" fmla="*/ 372024 w 1950394"/>
                <a:gd name="connsiteY127" fmla="*/ 742492 h 1950394"/>
                <a:gd name="connsiteX128" fmla="*/ 355513 w 1950394"/>
                <a:gd name="connsiteY128" fmla="*/ 753327 h 1950394"/>
                <a:gd name="connsiteX129" fmla="*/ 291015 w 1950394"/>
                <a:gd name="connsiteY129" fmla="*/ 743523 h 1950394"/>
                <a:gd name="connsiteX130" fmla="*/ 276568 w 1950394"/>
                <a:gd name="connsiteY130" fmla="*/ 751263 h 1950394"/>
                <a:gd name="connsiteX131" fmla="*/ 258509 w 1950394"/>
                <a:gd name="connsiteY131" fmla="*/ 818340 h 1950394"/>
                <a:gd name="connsiteX132" fmla="*/ 267796 w 1950394"/>
                <a:gd name="connsiteY132" fmla="*/ 831756 h 1950394"/>
                <a:gd name="connsiteX133" fmla="*/ 330746 w 1950394"/>
                <a:gd name="connsiteY133" fmla="*/ 857038 h 1950394"/>
                <a:gd name="connsiteX134" fmla="*/ 337453 w 1950394"/>
                <a:gd name="connsiteY134" fmla="*/ 869422 h 1950394"/>
                <a:gd name="connsiteX135" fmla="*/ 332810 w 1950394"/>
                <a:gd name="connsiteY135" fmla="*/ 906572 h 1950394"/>
                <a:gd name="connsiteX136" fmla="*/ 318878 w 1950394"/>
                <a:gd name="connsiteY136" fmla="*/ 922052 h 1950394"/>
                <a:gd name="connsiteX137" fmla="*/ 256445 w 1950394"/>
                <a:gd name="connsiteY137" fmla="*/ 929275 h 1950394"/>
                <a:gd name="connsiteX138" fmla="*/ 242514 w 1950394"/>
                <a:gd name="connsiteY138" fmla="*/ 942175 h 1950394"/>
                <a:gd name="connsiteX139" fmla="*/ 242514 w 1950394"/>
                <a:gd name="connsiteY139" fmla="*/ 1006672 h 1950394"/>
                <a:gd name="connsiteX140" fmla="*/ 257993 w 1950394"/>
                <a:gd name="connsiteY140" fmla="*/ 1020603 h 1950394"/>
                <a:gd name="connsiteX141" fmla="*/ 321458 w 1950394"/>
                <a:gd name="connsiteY141" fmla="*/ 1028343 h 1950394"/>
                <a:gd name="connsiteX142" fmla="*/ 331778 w 1950394"/>
                <a:gd name="connsiteY142" fmla="*/ 1039694 h 1950394"/>
                <a:gd name="connsiteX143" fmla="*/ 336937 w 1950394"/>
                <a:gd name="connsiteY143" fmla="*/ 1077877 h 1950394"/>
                <a:gd name="connsiteX144" fmla="*/ 329198 w 1950394"/>
                <a:gd name="connsiteY144" fmla="*/ 1093356 h 1950394"/>
                <a:gd name="connsiteX145" fmla="*/ 265733 w 1950394"/>
                <a:gd name="connsiteY145" fmla="*/ 1117607 h 1950394"/>
                <a:gd name="connsiteX146" fmla="*/ 257993 w 1950394"/>
                <a:gd name="connsiteY146" fmla="*/ 1129990 h 1950394"/>
                <a:gd name="connsiteX147" fmla="*/ 276568 w 1950394"/>
                <a:gd name="connsiteY147" fmla="*/ 1198615 h 1950394"/>
                <a:gd name="connsiteX148" fmla="*/ 291531 w 1950394"/>
                <a:gd name="connsiteY148" fmla="*/ 1205839 h 1950394"/>
                <a:gd name="connsiteX149" fmla="*/ 345709 w 1950394"/>
                <a:gd name="connsiteY149" fmla="*/ 1196035 h 1950394"/>
                <a:gd name="connsiteX150" fmla="*/ 375636 w 1950394"/>
                <a:gd name="connsiteY150" fmla="*/ 1216675 h 1950394"/>
                <a:gd name="connsiteX151" fmla="*/ 384407 w 1950394"/>
                <a:gd name="connsiteY151" fmla="*/ 1236798 h 1950394"/>
                <a:gd name="connsiteX152" fmla="*/ 379764 w 1950394"/>
                <a:gd name="connsiteY152" fmla="*/ 1257953 h 1950394"/>
                <a:gd name="connsiteX153" fmla="*/ 327134 w 1950394"/>
                <a:gd name="connsiteY153" fmla="*/ 1296651 h 1950394"/>
                <a:gd name="connsiteX154" fmla="*/ 322490 w 1950394"/>
                <a:gd name="connsiteY154" fmla="*/ 1310583 h 1950394"/>
                <a:gd name="connsiteX155" fmla="*/ 359124 w 1950394"/>
                <a:gd name="connsiteY155" fmla="*/ 1374048 h 1950394"/>
                <a:gd name="connsiteX156" fmla="*/ 370992 w 1950394"/>
                <a:gd name="connsiteY156" fmla="*/ 1376628 h 1950394"/>
                <a:gd name="connsiteX157" fmla="*/ 433941 w 1950394"/>
                <a:gd name="connsiteY157" fmla="*/ 1348765 h 1950394"/>
                <a:gd name="connsiteX158" fmla="*/ 450452 w 1950394"/>
                <a:gd name="connsiteY158" fmla="*/ 1353925 h 1950394"/>
                <a:gd name="connsiteX159" fmla="*/ 474187 w 1950394"/>
                <a:gd name="connsiteY159" fmla="*/ 1384367 h 1950394"/>
                <a:gd name="connsiteX160" fmla="*/ 475219 w 1950394"/>
                <a:gd name="connsiteY160" fmla="*/ 1399331 h 1950394"/>
                <a:gd name="connsiteX161" fmla="*/ 432909 w 1950394"/>
                <a:gd name="connsiteY161" fmla="*/ 1452476 h 1950394"/>
                <a:gd name="connsiteX162" fmla="*/ 431877 w 1950394"/>
                <a:gd name="connsiteY162" fmla="*/ 1468471 h 1950394"/>
                <a:gd name="connsiteX163" fmla="*/ 481927 w 1950394"/>
                <a:gd name="connsiteY163" fmla="*/ 1518521 h 1950394"/>
                <a:gd name="connsiteX164" fmla="*/ 497922 w 1950394"/>
                <a:gd name="connsiteY164" fmla="*/ 1517489 h 1950394"/>
                <a:gd name="connsiteX165" fmla="*/ 550036 w 1950394"/>
                <a:gd name="connsiteY165" fmla="*/ 1475695 h 1950394"/>
                <a:gd name="connsiteX166" fmla="*/ 567063 w 1950394"/>
                <a:gd name="connsiteY166" fmla="*/ 1476211 h 1950394"/>
                <a:gd name="connsiteX167" fmla="*/ 596474 w 1950394"/>
                <a:gd name="connsiteY167" fmla="*/ 1498914 h 1950394"/>
                <a:gd name="connsiteX168" fmla="*/ 601634 w 1950394"/>
                <a:gd name="connsiteY168" fmla="*/ 1515426 h 1950394"/>
                <a:gd name="connsiteX169" fmla="*/ 574287 w 1950394"/>
                <a:gd name="connsiteY169" fmla="*/ 1577343 h 1950394"/>
                <a:gd name="connsiteX170" fmla="*/ 576867 w 1950394"/>
                <a:gd name="connsiteY170" fmla="*/ 1591274 h 1950394"/>
                <a:gd name="connsiteX171" fmla="*/ 639300 w 1950394"/>
                <a:gd name="connsiteY171" fmla="*/ 1627393 h 1950394"/>
                <a:gd name="connsiteX172" fmla="*/ 653747 w 1950394"/>
                <a:gd name="connsiteY172" fmla="*/ 1622233 h 1950394"/>
                <a:gd name="connsiteX173" fmla="*/ 693478 w 1950394"/>
                <a:gd name="connsiteY173" fmla="*/ 1568571 h 1950394"/>
                <a:gd name="connsiteX174" fmla="*/ 711537 w 1950394"/>
                <a:gd name="connsiteY174" fmla="*/ 1564959 h 1950394"/>
                <a:gd name="connsiteX175" fmla="*/ 743528 w 1950394"/>
                <a:gd name="connsiteY175" fmla="*/ 1578375 h 1950394"/>
                <a:gd name="connsiteX176" fmla="*/ 753847 w 1950394"/>
                <a:gd name="connsiteY176" fmla="*/ 1593854 h 1950394"/>
                <a:gd name="connsiteX177" fmla="*/ 744044 w 1950394"/>
                <a:gd name="connsiteY177" fmla="*/ 1658351 h 1950394"/>
                <a:gd name="connsiteX178" fmla="*/ 752299 w 1950394"/>
                <a:gd name="connsiteY178" fmla="*/ 1673831 h 1950394"/>
                <a:gd name="connsiteX179" fmla="*/ 818344 w 1950394"/>
                <a:gd name="connsiteY179" fmla="*/ 1691374 h 1950394"/>
                <a:gd name="connsiteX180" fmla="*/ 832276 w 1950394"/>
                <a:gd name="connsiteY180" fmla="*/ 1682602 h 1950394"/>
                <a:gd name="connsiteX181" fmla="*/ 857043 w 1950394"/>
                <a:gd name="connsiteY181" fmla="*/ 1619653 h 1950394"/>
                <a:gd name="connsiteX182" fmla="*/ 868910 w 1950394"/>
                <a:gd name="connsiteY182" fmla="*/ 1612429 h 1950394"/>
                <a:gd name="connsiteX183" fmla="*/ 908640 w 1950394"/>
                <a:gd name="connsiteY183" fmla="*/ 1617589 h 1950394"/>
                <a:gd name="connsiteX184" fmla="*/ 922056 w 1950394"/>
                <a:gd name="connsiteY184" fmla="*/ 1630488 h 1950394"/>
                <a:gd name="connsiteX185" fmla="*/ 929279 w 1950394"/>
                <a:gd name="connsiteY185" fmla="*/ 1692922 h 1950394"/>
                <a:gd name="connsiteX186" fmla="*/ 942695 w 1950394"/>
                <a:gd name="connsiteY186" fmla="*/ 1707369 h 1950394"/>
                <a:gd name="connsiteX187" fmla="*/ 1007192 w 1950394"/>
                <a:gd name="connsiteY187" fmla="*/ 1707369 h 1950394"/>
                <a:gd name="connsiteX188" fmla="*/ 1020607 w 1950394"/>
                <a:gd name="connsiteY188" fmla="*/ 1692406 h 1950394"/>
                <a:gd name="connsiteX189" fmla="*/ 1028347 w 1950394"/>
                <a:gd name="connsiteY189" fmla="*/ 1628941 h 1950394"/>
                <a:gd name="connsiteX190" fmla="*/ 1040215 w 1950394"/>
                <a:gd name="connsiteY190" fmla="*/ 1617589 h 1950394"/>
                <a:gd name="connsiteX191" fmla="*/ 1078397 w 1950394"/>
                <a:gd name="connsiteY191" fmla="*/ 1612429 h 1950394"/>
                <a:gd name="connsiteX192" fmla="*/ 1092844 w 1950394"/>
                <a:gd name="connsiteY192" fmla="*/ 1619653 h 1950394"/>
                <a:gd name="connsiteX193" fmla="*/ 1117095 w 1950394"/>
                <a:gd name="connsiteY193" fmla="*/ 1681570 h 1950394"/>
                <a:gd name="connsiteX194" fmla="*/ 1130511 w 1950394"/>
                <a:gd name="connsiteY194" fmla="*/ 1690858 h 1950394"/>
                <a:gd name="connsiteX195" fmla="*/ 1196556 w 1950394"/>
                <a:gd name="connsiteY195" fmla="*/ 1673315 h 1950394"/>
                <a:gd name="connsiteX196" fmla="*/ 1204811 w 1950394"/>
                <a:gd name="connsiteY196" fmla="*/ 1656803 h 1950394"/>
                <a:gd name="connsiteX197" fmla="*/ 1198104 w 1950394"/>
                <a:gd name="connsiteY197" fmla="*/ 1613977 h 1950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50394" h="1950394">
                  <a:moveTo>
                    <a:pt x="977265" y="1954006"/>
                  </a:moveTo>
                  <a:cubicBezTo>
                    <a:pt x="444261" y="1950394"/>
                    <a:pt x="1552" y="1529873"/>
                    <a:pt x="4" y="977261"/>
                  </a:cubicBezTo>
                  <a:cubicBezTo>
                    <a:pt x="-1544" y="439613"/>
                    <a:pt x="427749" y="0"/>
                    <a:pt x="976749" y="0"/>
                  </a:cubicBezTo>
                  <a:cubicBezTo>
                    <a:pt x="1519041" y="0"/>
                    <a:pt x="1952978" y="432905"/>
                    <a:pt x="1953494" y="976229"/>
                  </a:cubicBezTo>
                  <a:cubicBezTo>
                    <a:pt x="1953494" y="1512846"/>
                    <a:pt x="1525749" y="1948330"/>
                    <a:pt x="977265" y="1954006"/>
                  </a:cubicBezTo>
                  <a:close/>
                  <a:moveTo>
                    <a:pt x="1198104" y="1613977"/>
                  </a:moveTo>
                  <a:cubicBezTo>
                    <a:pt x="1198104" y="1578891"/>
                    <a:pt x="1194492" y="1586630"/>
                    <a:pt x="1221839" y="1574763"/>
                  </a:cubicBezTo>
                  <a:cubicBezTo>
                    <a:pt x="1228030" y="1572183"/>
                    <a:pt x="1234738" y="1569603"/>
                    <a:pt x="1240930" y="1566507"/>
                  </a:cubicBezTo>
                  <a:cubicBezTo>
                    <a:pt x="1247637" y="1562896"/>
                    <a:pt x="1252797" y="1563927"/>
                    <a:pt x="1257957" y="1569603"/>
                  </a:cubicBezTo>
                  <a:cubicBezTo>
                    <a:pt x="1272920" y="1586630"/>
                    <a:pt x="1290464" y="1602110"/>
                    <a:pt x="1298203" y="1624297"/>
                  </a:cubicBezTo>
                  <a:cubicBezTo>
                    <a:pt x="1300783" y="1631520"/>
                    <a:pt x="1304395" y="1633068"/>
                    <a:pt x="1311619" y="1629456"/>
                  </a:cubicBezTo>
                  <a:cubicBezTo>
                    <a:pt x="1333290" y="1618105"/>
                    <a:pt x="1354445" y="1605722"/>
                    <a:pt x="1375084" y="1592822"/>
                  </a:cubicBezTo>
                  <a:cubicBezTo>
                    <a:pt x="1382824" y="1588178"/>
                    <a:pt x="1381791" y="1584051"/>
                    <a:pt x="1377148" y="1578891"/>
                  </a:cubicBezTo>
                  <a:cubicBezTo>
                    <a:pt x="1361152" y="1560832"/>
                    <a:pt x="1356509" y="1537613"/>
                    <a:pt x="1349285" y="1515426"/>
                  </a:cubicBezTo>
                  <a:cubicBezTo>
                    <a:pt x="1347221" y="1509750"/>
                    <a:pt x="1348253" y="1505622"/>
                    <a:pt x="1353413" y="1502010"/>
                  </a:cubicBezTo>
                  <a:cubicBezTo>
                    <a:pt x="1364248" y="1493754"/>
                    <a:pt x="1375600" y="1485499"/>
                    <a:pt x="1385919" y="1476727"/>
                  </a:cubicBezTo>
                  <a:cubicBezTo>
                    <a:pt x="1391079" y="1472600"/>
                    <a:pt x="1395723" y="1473115"/>
                    <a:pt x="1400883" y="1476727"/>
                  </a:cubicBezTo>
                  <a:cubicBezTo>
                    <a:pt x="1419458" y="1489111"/>
                    <a:pt x="1440097" y="1498914"/>
                    <a:pt x="1452996" y="1518005"/>
                  </a:cubicBezTo>
                  <a:cubicBezTo>
                    <a:pt x="1457640" y="1525229"/>
                    <a:pt x="1463316" y="1525745"/>
                    <a:pt x="1470024" y="1519553"/>
                  </a:cubicBezTo>
                  <a:cubicBezTo>
                    <a:pt x="1487051" y="1503558"/>
                    <a:pt x="1503562" y="1487047"/>
                    <a:pt x="1519041" y="1470535"/>
                  </a:cubicBezTo>
                  <a:cubicBezTo>
                    <a:pt x="1525233" y="1464344"/>
                    <a:pt x="1525749" y="1458668"/>
                    <a:pt x="1518010" y="1453508"/>
                  </a:cubicBezTo>
                  <a:cubicBezTo>
                    <a:pt x="1498402" y="1440093"/>
                    <a:pt x="1488599" y="1418938"/>
                    <a:pt x="1475699" y="1400363"/>
                  </a:cubicBezTo>
                  <a:cubicBezTo>
                    <a:pt x="1472088" y="1395203"/>
                    <a:pt x="1472088" y="1391075"/>
                    <a:pt x="1476215" y="1386431"/>
                  </a:cubicBezTo>
                  <a:cubicBezTo>
                    <a:pt x="1484987" y="1375596"/>
                    <a:pt x="1493243" y="1364760"/>
                    <a:pt x="1501498" y="1353925"/>
                  </a:cubicBezTo>
                  <a:cubicBezTo>
                    <a:pt x="1505626" y="1348249"/>
                    <a:pt x="1510270" y="1348249"/>
                    <a:pt x="1515946" y="1349797"/>
                  </a:cubicBezTo>
                  <a:cubicBezTo>
                    <a:pt x="1538133" y="1357020"/>
                    <a:pt x="1560836" y="1362180"/>
                    <a:pt x="1579411" y="1377660"/>
                  </a:cubicBezTo>
                  <a:cubicBezTo>
                    <a:pt x="1584571" y="1382303"/>
                    <a:pt x="1588182" y="1382303"/>
                    <a:pt x="1592310" y="1375596"/>
                  </a:cubicBezTo>
                  <a:cubicBezTo>
                    <a:pt x="1605210" y="1354441"/>
                    <a:pt x="1617593" y="1333801"/>
                    <a:pt x="1628945" y="1312130"/>
                  </a:cubicBezTo>
                  <a:cubicBezTo>
                    <a:pt x="1632557" y="1304907"/>
                    <a:pt x="1631009" y="1300779"/>
                    <a:pt x="1623785" y="1298199"/>
                  </a:cubicBezTo>
                  <a:cubicBezTo>
                    <a:pt x="1605726" y="1291491"/>
                    <a:pt x="1591794" y="1278592"/>
                    <a:pt x="1577863" y="1265692"/>
                  </a:cubicBezTo>
                  <a:cubicBezTo>
                    <a:pt x="1560320" y="1248665"/>
                    <a:pt x="1560836" y="1253309"/>
                    <a:pt x="1571155" y="1230090"/>
                  </a:cubicBezTo>
                  <a:cubicBezTo>
                    <a:pt x="1574251" y="1222866"/>
                    <a:pt x="1577347" y="1215643"/>
                    <a:pt x="1579927" y="1208419"/>
                  </a:cubicBezTo>
                  <a:cubicBezTo>
                    <a:pt x="1582507" y="1200163"/>
                    <a:pt x="1587667" y="1197583"/>
                    <a:pt x="1596438" y="1197583"/>
                  </a:cubicBezTo>
                  <a:cubicBezTo>
                    <a:pt x="1618625" y="1198100"/>
                    <a:pt x="1640296" y="1197583"/>
                    <a:pt x="1660935" y="1207387"/>
                  </a:cubicBezTo>
                  <a:cubicBezTo>
                    <a:pt x="1668159" y="1210483"/>
                    <a:pt x="1672287" y="1209967"/>
                    <a:pt x="1675383" y="1201195"/>
                  </a:cubicBezTo>
                  <a:cubicBezTo>
                    <a:pt x="1682090" y="1178492"/>
                    <a:pt x="1688282" y="1155789"/>
                    <a:pt x="1693442" y="1132570"/>
                  </a:cubicBezTo>
                  <a:cubicBezTo>
                    <a:pt x="1695506" y="1123283"/>
                    <a:pt x="1692926" y="1119671"/>
                    <a:pt x="1684154" y="1119155"/>
                  </a:cubicBezTo>
                  <a:cubicBezTo>
                    <a:pt x="1660935" y="1117091"/>
                    <a:pt x="1641328" y="1104192"/>
                    <a:pt x="1621205" y="1093872"/>
                  </a:cubicBezTo>
                  <a:cubicBezTo>
                    <a:pt x="1616561" y="1091808"/>
                    <a:pt x="1613465" y="1088712"/>
                    <a:pt x="1614497" y="1083037"/>
                  </a:cubicBezTo>
                  <a:cubicBezTo>
                    <a:pt x="1616561" y="1069621"/>
                    <a:pt x="1618625" y="1055690"/>
                    <a:pt x="1620173" y="1042274"/>
                  </a:cubicBezTo>
                  <a:cubicBezTo>
                    <a:pt x="1621205" y="1034535"/>
                    <a:pt x="1625333" y="1031439"/>
                    <a:pt x="1632557" y="1029891"/>
                  </a:cubicBezTo>
                  <a:cubicBezTo>
                    <a:pt x="1653712" y="1025763"/>
                    <a:pt x="1673835" y="1018539"/>
                    <a:pt x="1696022" y="1022667"/>
                  </a:cubicBezTo>
                  <a:cubicBezTo>
                    <a:pt x="1704793" y="1024215"/>
                    <a:pt x="1708921" y="1020603"/>
                    <a:pt x="1709437" y="1010800"/>
                  </a:cubicBezTo>
                  <a:cubicBezTo>
                    <a:pt x="1710469" y="988612"/>
                    <a:pt x="1710985" y="966426"/>
                    <a:pt x="1709437" y="943723"/>
                  </a:cubicBezTo>
                  <a:cubicBezTo>
                    <a:pt x="1708921" y="933403"/>
                    <a:pt x="1704793" y="929791"/>
                    <a:pt x="1694990" y="931339"/>
                  </a:cubicBezTo>
                  <a:cubicBezTo>
                    <a:pt x="1680026" y="933919"/>
                    <a:pt x="1665063" y="931855"/>
                    <a:pt x="1650616" y="928243"/>
                  </a:cubicBezTo>
                  <a:cubicBezTo>
                    <a:pt x="1619141" y="919988"/>
                    <a:pt x="1621205" y="928243"/>
                    <a:pt x="1618109" y="892125"/>
                  </a:cubicBezTo>
                  <a:cubicBezTo>
                    <a:pt x="1617593" y="885933"/>
                    <a:pt x="1616561" y="880257"/>
                    <a:pt x="1615013" y="874582"/>
                  </a:cubicBezTo>
                  <a:cubicBezTo>
                    <a:pt x="1612949" y="866842"/>
                    <a:pt x="1616561" y="862714"/>
                    <a:pt x="1622753" y="859102"/>
                  </a:cubicBezTo>
                  <a:cubicBezTo>
                    <a:pt x="1642876" y="849299"/>
                    <a:pt x="1661967" y="836915"/>
                    <a:pt x="1684670" y="834851"/>
                  </a:cubicBezTo>
                  <a:cubicBezTo>
                    <a:pt x="1692410" y="834335"/>
                    <a:pt x="1696022" y="830724"/>
                    <a:pt x="1693442" y="821952"/>
                  </a:cubicBezTo>
                  <a:cubicBezTo>
                    <a:pt x="1687766" y="799249"/>
                    <a:pt x="1682090" y="776030"/>
                    <a:pt x="1674867" y="753327"/>
                  </a:cubicBezTo>
                  <a:cubicBezTo>
                    <a:pt x="1671771" y="744039"/>
                    <a:pt x="1667643" y="743007"/>
                    <a:pt x="1659903" y="746619"/>
                  </a:cubicBezTo>
                  <a:cubicBezTo>
                    <a:pt x="1638748" y="756423"/>
                    <a:pt x="1616561" y="755907"/>
                    <a:pt x="1594374" y="756423"/>
                  </a:cubicBezTo>
                  <a:cubicBezTo>
                    <a:pt x="1587667" y="756423"/>
                    <a:pt x="1583023" y="754359"/>
                    <a:pt x="1580443" y="747651"/>
                  </a:cubicBezTo>
                  <a:cubicBezTo>
                    <a:pt x="1575799" y="735784"/>
                    <a:pt x="1571155" y="724432"/>
                    <a:pt x="1565995" y="713081"/>
                  </a:cubicBezTo>
                  <a:cubicBezTo>
                    <a:pt x="1562900" y="705857"/>
                    <a:pt x="1564448" y="701213"/>
                    <a:pt x="1570123" y="696054"/>
                  </a:cubicBezTo>
                  <a:cubicBezTo>
                    <a:pt x="1586635" y="681090"/>
                    <a:pt x="1602114" y="664579"/>
                    <a:pt x="1623269" y="656323"/>
                  </a:cubicBezTo>
                  <a:cubicBezTo>
                    <a:pt x="1631009" y="653227"/>
                    <a:pt x="1632557" y="649616"/>
                    <a:pt x="1628429" y="641876"/>
                  </a:cubicBezTo>
                  <a:cubicBezTo>
                    <a:pt x="1617077" y="620721"/>
                    <a:pt x="1605210" y="599566"/>
                    <a:pt x="1592310" y="579443"/>
                  </a:cubicBezTo>
                  <a:cubicBezTo>
                    <a:pt x="1587667" y="572219"/>
                    <a:pt x="1584055" y="572219"/>
                    <a:pt x="1578379" y="576863"/>
                  </a:cubicBezTo>
                  <a:cubicBezTo>
                    <a:pt x="1564963" y="587698"/>
                    <a:pt x="1548968" y="594406"/>
                    <a:pt x="1532457" y="599050"/>
                  </a:cubicBezTo>
                  <a:cubicBezTo>
                    <a:pt x="1499950" y="607821"/>
                    <a:pt x="1510270" y="610917"/>
                    <a:pt x="1490147" y="585118"/>
                  </a:cubicBezTo>
                  <a:cubicBezTo>
                    <a:pt x="1486019" y="579443"/>
                    <a:pt x="1481891" y="574283"/>
                    <a:pt x="1477247" y="569123"/>
                  </a:cubicBezTo>
                  <a:cubicBezTo>
                    <a:pt x="1472088" y="563447"/>
                    <a:pt x="1472088" y="558288"/>
                    <a:pt x="1476731" y="552096"/>
                  </a:cubicBezTo>
                  <a:cubicBezTo>
                    <a:pt x="1489115" y="533521"/>
                    <a:pt x="1498918" y="513397"/>
                    <a:pt x="1518525" y="499982"/>
                  </a:cubicBezTo>
                  <a:cubicBezTo>
                    <a:pt x="1525233" y="495338"/>
                    <a:pt x="1525233" y="490178"/>
                    <a:pt x="1519557" y="483987"/>
                  </a:cubicBezTo>
                  <a:cubicBezTo>
                    <a:pt x="1503562" y="466960"/>
                    <a:pt x="1487051" y="450448"/>
                    <a:pt x="1470540" y="434453"/>
                  </a:cubicBezTo>
                  <a:cubicBezTo>
                    <a:pt x="1463316" y="427745"/>
                    <a:pt x="1458156" y="428261"/>
                    <a:pt x="1452480" y="436001"/>
                  </a:cubicBezTo>
                  <a:cubicBezTo>
                    <a:pt x="1443709" y="448384"/>
                    <a:pt x="1431841" y="457672"/>
                    <a:pt x="1418942" y="465412"/>
                  </a:cubicBezTo>
                  <a:cubicBezTo>
                    <a:pt x="1393143" y="481407"/>
                    <a:pt x="1393143" y="481407"/>
                    <a:pt x="1369408" y="463348"/>
                  </a:cubicBezTo>
                  <a:cubicBezTo>
                    <a:pt x="1364764" y="459736"/>
                    <a:pt x="1360121" y="455608"/>
                    <a:pt x="1354961" y="452512"/>
                  </a:cubicBezTo>
                  <a:cubicBezTo>
                    <a:pt x="1348253" y="448384"/>
                    <a:pt x="1347221" y="443225"/>
                    <a:pt x="1349801" y="436001"/>
                  </a:cubicBezTo>
                  <a:cubicBezTo>
                    <a:pt x="1357025" y="414330"/>
                    <a:pt x="1361668" y="391627"/>
                    <a:pt x="1377148" y="374084"/>
                  </a:cubicBezTo>
                  <a:cubicBezTo>
                    <a:pt x="1382307" y="368408"/>
                    <a:pt x="1381276" y="364280"/>
                    <a:pt x="1374052" y="360152"/>
                  </a:cubicBezTo>
                  <a:cubicBezTo>
                    <a:pt x="1353929" y="347769"/>
                    <a:pt x="1333806" y="335385"/>
                    <a:pt x="1312651" y="324550"/>
                  </a:cubicBezTo>
                  <a:cubicBezTo>
                    <a:pt x="1304911" y="320422"/>
                    <a:pt x="1299751" y="320422"/>
                    <a:pt x="1296655" y="329193"/>
                  </a:cubicBezTo>
                  <a:cubicBezTo>
                    <a:pt x="1288916" y="350865"/>
                    <a:pt x="1271888" y="365828"/>
                    <a:pt x="1256925" y="382855"/>
                  </a:cubicBezTo>
                  <a:cubicBezTo>
                    <a:pt x="1251249" y="389047"/>
                    <a:pt x="1246090" y="389563"/>
                    <a:pt x="1238866" y="386467"/>
                  </a:cubicBezTo>
                  <a:cubicBezTo>
                    <a:pt x="1228546" y="381307"/>
                    <a:pt x="1217711" y="377179"/>
                    <a:pt x="1206875" y="373052"/>
                  </a:cubicBezTo>
                  <a:cubicBezTo>
                    <a:pt x="1199136" y="370472"/>
                    <a:pt x="1196556" y="365312"/>
                    <a:pt x="1196556" y="357572"/>
                  </a:cubicBezTo>
                  <a:cubicBezTo>
                    <a:pt x="1197072" y="335385"/>
                    <a:pt x="1196556" y="313714"/>
                    <a:pt x="1206359" y="293075"/>
                  </a:cubicBezTo>
                  <a:cubicBezTo>
                    <a:pt x="1209971" y="285335"/>
                    <a:pt x="1208939" y="280692"/>
                    <a:pt x="1199652" y="278112"/>
                  </a:cubicBezTo>
                  <a:cubicBezTo>
                    <a:pt x="1176949" y="271404"/>
                    <a:pt x="1154246" y="265212"/>
                    <a:pt x="1131027" y="259537"/>
                  </a:cubicBezTo>
                  <a:cubicBezTo>
                    <a:pt x="1122255" y="257473"/>
                    <a:pt x="1119159" y="260569"/>
                    <a:pt x="1118127" y="268308"/>
                  </a:cubicBezTo>
                  <a:cubicBezTo>
                    <a:pt x="1116063" y="291527"/>
                    <a:pt x="1103164" y="311134"/>
                    <a:pt x="1093360" y="331258"/>
                  </a:cubicBezTo>
                  <a:cubicBezTo>
                    <a:pt x="1090780" y="336933"/>
                    <a:pt x="1086653" y="339513"/>
                    <a:pt x="1079945" y="338481"/>
                  </a:cubicBezTo>
                  <a:cubicBezTo>
                    <a:pt x="1067561" y="336417"/>
                    <a:pt x="1055178" y="334869"/>
                    <a:pt x="1042794" y="333837"/>
                  </a:cubicBezTo>
                  <a:cubicBezTo>
                    <a:pt x="1034539" y="332805"/>
                    <a:pt x="1029895" y="329193"/>
                    <a:pt x="1028347" y="320422"/>
                  </a:cubicBezTo>
                  <a:cubicBezTo>
                    <a:pt x="1024735" y="299783"/>
                    <a:pt x="1016996" y="279660"/>
                    <a:pt x="1021123" y="257989"/>
                  </a:cubicBezTo>
                  <a:cubicBezTo>
                    <a:pt x="1022671" y="248701"/>
                    <a:pt x="1019059" y="244057"/>
                    <a:pt x="1008740" y="243541"/>
                  </a:cubicBezTo>
                  <a:cubicBezTo>
                    <a:pt x="986553" y="242509"/>
                    <a:pt x="964366" y="242509"/>
                    <a:pt x="941663" y="243541"/>
                  </a:cubicBezTo>
                  <a:cubicBezTo>
                    <a:pt x="931859" y="244057"/>
                    <a:pt x="928247" y="248185"/>
                    <a:pt x="929795" y="256957"/>
                  </a:cubicBezTo>
                  <a:cubicBezTo>
                    <a:pt x="933923" y="279144"/>
                    <a:pt x="926184" y="299267"/>
                    <a:pt x="922572" y="320422"/>
                  </a:cubicBezTo>
                  <a:cubicBezTo>
                    <a:pt x="921024" y="328678"/>
                    <a:pt x="916896" y="332290"/>
                    <a:pt x="909156" y="333321"/>
                  </a:cubicBezTo>
                  <a:cubicBezTo>
                    <a:pt x="896773" y="334869"/>
                    <a:pt x="884389" y="335901"/>
                    <a:pt x="872006" y="337965"/>
                  </a:cubicBezTo>
                  <a:cubicBezTo>
                    <a:pt x="864782" y="339513"/>
                    <a:pt x="860654" y="336933"/>
                    <a:pt x="857559" y="330226"/>
                  </a:cubicBezTo>
                  <a:cubicBezTo>
                    <a:pt x="847755" y="310102"/>
                    <a:pt x="835371" y="291527"/>
                    <a:pt x="833308" y="268308"/>
                  </a:cubicBezTo>
                  <a:cubicBezTo>
                    <a:pt x="832276" y="259537"/>
                    <a:pt x="828664" y="256957"/>
                    <a:pt x="819892" y="259021"/>
                  </a:cubicBezTo>
                  <a:cubicBezTo>
                    <a:pt x="797705" y="264180"/>
                    <a:pt x="775518" y="269856"/>
                    <a:pt x="753847" y="276564"/>
                  </a:cubicBezTo>
                  <a:cubicBezTo>
                    <a:pt x="744044" y="279660"/>
                    <a:pt x="740948" y="283272"/>
                    <a:pt x="745591" y="293075"/>
                  </a:cubicBezTo>
                  <a:cubicBezTo>
                    <a:pt x="751783" y="308039"/>
                    <a:pt x="754879" y="323518"/>
                    <a:pt x="754879" y="339513"/>
                  </a:cubicBezTo>
                  <a:cubicBezTo>
                    <a:pt x="754879" y="367892"/>
                    <a:pt x="755395" y="367892"/>
                    <a:pt x="728564" y="378728"/>
                  </a:cubicBezTo>
                  <a:cubicBezTo>
                    <a:pt x="722888" y="380791"/>
                    <a:pt x="717213" y="383371"/>
                    <a:pt x="712053" y="385951"/>
                  </a:cubicBezTo>
                  <a:cubicBezTo>
                    <a:pt x="705345" y="389563"/>
                    <a:pt x="700185" y="388531"/>
                    <a:pt x="695026" y="382855"/>
                  </a:cubicBezTo>
                  <a:cubicBezTo>
                    <a:pt x="679546" y="365828"/>
                    <a:pt x="662519" y="350349"/>
                    <a:pt x="654779" y="328161"/>
                  </a:cubicBezTo>
                  <a:cubicBezTo>
                    <a:pt x="652200" y="320938"/>
                    <a:pt x="648588" y="319390"/>
                    <a:pt x="641364" y="323002"/>
                  </a:cubicBezTo>
                  <a:cubicBezTo>
                    <a:pt x="619693" y="334353"/>
                    <a:pt x="598538" y="346737"/>
                    <a:pt x="577899" y="359636"/>
                  </a:cubicBezTo>
                  <a:cubicBezTo>
                    <a:pt x="571707" y="363248"/>
                    <a:pt x="570159" y="366860"/>
                    <a:pt x="574803" y="372536"/>
                  </a:cubicBezTo>
                  <a:cubicBezTo>
                    <a:pt x="590798" y="390595"/>
                    <a:pt x="595958" y="413298"/>
                    <a:pt x="602666" y="435485"/>
                  </a:cubicBezTo>
                  <a:cubicBezTo>
                    <a:pt x="604730" y="442193"/>
                    <a:pt x="604214" y="446836"/>
                    <a:pt x="598022" y="450964"/>
                  </a:cubicBezTo>
                  <a:cubicBezTo>
                    <a:pt x="587702" y="458188"/>
                    <a:pt x="577383" y="466444"/>
                    <a:pt x="567579" y="474699"/>
                  </a:cubicBezTo>
                  <a:cubicBezTo>
                    <a:pt x="561388" y="479859"/>
                    <a:pt x="556744" y="478827"/>
                    <a:pt x="550552" y="474699"/>
                  </a:cubicBezTo>
                  <a:cubicBezTo>
                    <a:pt x="531977" y="462316"/>
                    <a:pt x="511854" y="451996"/>
                    <a:pt x="498438" y="432905"/>
                  </a:cubicBezTo>
                  <a:cubicBezTo>
                    <a:pt x="494310" y="426713"/>
                    <a:pt x="489151" y="426197"/>
                    <a:pt x="483475" y="431357"/>
                  </a:cubicBezTo>
                  <a:cubicBezTo>
                    <a:pt x="465932" y="447352"/>
                    <a:pt x="448904" y="464895"/>
                    <a:pt x="432393" y="482439"/>
                  </a:cubicBezTo>
                  <a:cubicBezTo>
                    <a:pt x="427233" y="488114"/>
                    <a:pt x="426717" y="493274"/>
                    <a:pt x="433425" y="497402"/>
                  </a:cubicBezTo>
                  <a:cubicBezTo>
                    <a:pt x="453032" y="510818"/>
                    <a:pt x="462836" y="531457"/>
                    <a:pt x="475735" y="550032"/>
                  </a:cubicBezTo>
                  <a:cubicBezTo>
                    <a:pt x="479863" y="555708"/>
                    <a:pt x="479863" y="560867"/>
                    <a:pt x="475219" y="566027"/>
                  </a:cubicBezTo>
                  <a:cubicBezTo>
                    <a:pt x="466964" y="576347"/>
                    <a:pt x="458708" y="587182"/>
                    <a:pt x="450968" y="597502"/>
                  </a:cubicBezTo>
                  <a:cubicBezTo>
                    <a:pt x="447357" y="602146"/>
                    <a:pt x="443745" y="603694"/>
                    <a:pt x="437553" y="601629"/>
                  </a:cubicBezTo>
                  <a:cubicBezTo>
                    <a:pt x="414850" y="594406"/>
                    <a:pt x="391631" y="589246"/>
                    <a:pt x="373056" y="573251"/>
                  </a:cubicBezTo>
                  <a:cubicBezTo>
                    <a:pt x="367896" y="568607"/>
                    <a:pt x="363768" y="568607"/>
                    <a:pt x="360156" y="575315"/>
                  </a:cubicBezTo>
                  <a:cubicBezTo>
                    <a:pt x="347257" y="596470"/>
                    <a:pt x="334358" y="617109"/>
                    <a:pt x="323522" y="638780"/>
                  </a:cubicBezTo>
                  <a:cubicBezTo>
                    <a:pt x="319910" y="646004"/>
                    <a:pt x="320942" y="650131"/>
                    <a:pt x="328166" y="652711"/>
                  </a:cubicBezTo>
                  <a:cubicBezTo>
                    <a:pt x="346225" y="659419"/>
                    <a:pt x="360672" y="672318"/>
                    <a:pt x="374088" y="685218"/>
                  </a:cubicBezTo>
                  <a:cubicBezTo>
                    <a:pt x="392147" y="702245"/>
                    <a:pt x="391115" y="698117"/>
                    <a:pt x="380795" y="720820"/>
                  </a:cubicBezTo>
                  <a:cubicBezTo>
                    <a:pt x="377700" y="728044"/>
                    <a:pt x="374604" y="735268"/>
                    <a:pt x="372024" y="742492"/>
                  </a:cubicBezTo>
                  <a:cubicBezTo>
                    <a:pt x="369444" y="750747"/>
                    <a:pt x="364284" y="753327"/>
                    <a:pt x="355513" y="753327"/>
                  </a:cubicBezTo>
                  <a:cubicBezTo>
                    <a:pt x="333326" y="752811"/>
                    <a:pt x="311655" y="753327"/>
                    <a:pt x="291015" y="743523"/>
                  </a:cubicBezTo>
                  <a:cubicBezTo>
                    <a:pt x="282760" y="739396"/>
                    <a:pt x="279148" y="742492"/>
                    <a:pt x="276568" y="751263"/>
                  </a:cubicBezTo>
                  <a:cubicBezTo>
                    <a:pt x="269860" y="773450"/>
                    <a:pt x="264185" y="796153"/>
                    <a:pt x="258509" y="818340"/>
                  </a:cubicBezTo>
                  <a:cubicBezTo>
                    <a:pt x="256445" y="827628"/>
                    <a:pt x="259025" y="831239"/>
                    <a:pt x="267796" y="831756"/>
                  </a:cubicBezTo>
                  <a:cubicBezTo>
                    <a:pt x="291015" y="833819"/>
                    <a:pt x="310623" y="846719"/>
                    <a:pt x="330746" y="857038"/>
                  </a:cubicBezTo>
                  <a:cubicBezTo>
                    <a:pt x="335905" y="859618"/>
                    <a:pt x="338485" y="863230"/>
                    <a:pt x="337453" y="869422"/>
                  </a:cubicBezTo>
                  <a:cubicBezTo>
                    <a:pt x="335389" y="881805"/>
                    <a:pt x="333842" y="894189"/>
                    <a:pt x="332810" y="906572"/>
                  </a:cubicBezTo>
                  <a:cubicBezTo>
                    <a:pt x="331778" y="915344"/>
                    <a:pt x="328166" y="919988"/>
                    <a:pt x="318878" y="922052"/>
                  </a:cubicBezTo>
                  <a:cubicBezTo>
                    <a:pt x="298239" y="925664"/>
                    <a:pt x="278116" y="932887"/>
                    <a:pt x="256445" y="929275"/>
                  </a:cubicBezTo>
                  <a:cubicBezTo>
                    <a:pt x="246125" y="927211"/>
                    <a:pt x="243029" y="932371"/>
                    <a:pt x="242514" y="942175"/>
                  </a:cubicBezTo>
                  <a:cubicBezTo>
                    <a:pt x="241482" y="963846"/>
                    <a:pt x="241482" y="985001"/>
                    <a:pt x="242514" y="1006672"/>
                  </a:cubicBezTo>
                  <a:cubicBezTo>
                    <a:pt x="243029" y="1018023"/>
                    <a:pt x="247157" y="1022667"/>
                    <a:pt x="257993" y="1020603"/>
                  </a:cubicBezTo>
                  <a:cubicBezTo>
                    <a:pt x="280180" y="1016475"/>
                    <a:pt x="300303" y="1024731"/>
                    <a:pt x="321458" y="1028343"/>
                  </a:cubicBezTo>
                  <a:cubicBezTo>
                    <a:pt x="327650" y="1029375"/>
                    <a:pt x="331262" y="1032987"/>
                    <a:pt x="331778" y="1039694"/>
                  </a:cubicBezTo>
                  <a:cubicBezTo>
                    <a:pt x="333326" y="1052594"/>
                    <a:pt x="334358" y="1065493"/>
                    <a:pt x="336937" y="1077877"/>
                  </a:cubicBezTo>
                  <a:cubicBezTo>
                    <a:pt x="338485" y="1085617"/>
                    <a:pt x="335905" y="1089744"/>
                    <a:pt x="329198" y="1093356"/>
                  </a:cubicBezTo>
                  <a:cubicBezTo>
                    <a:pt x="309075" y="1103676"/>
                    <a:pt x="289467" y="1115543"/>
                    <a:pt x="265733" y="1117607"/>
                  </a:cubicBezTo>
                  <a:cubicBezTo>
                    <a:pt x="257993" y="1118123"/>
                    <a:pt x="255929" y="1122251"/>
                    <a:pt x="257993" y="1129990"/>
                  </a:cubicBezTo>
                  <a:cubicBezTo>
                    <a:pt x="263669" y="1153209"/>
                    <a:pt x="269344" y="1175913"/>
                    <a:pt x="276568" y="1198615"/>
                  </a:cubicBezTo>
                  <a:cubicBezTo>
                    <a:pt x="279148" y="1207903"/>
                    <a:pt x="283276" y="1209451"/>
                    <a:pt x="291531" y="1205839"/>
                  </a:cubicBezTo>
                  <a:cubicBezTo>
                    <a:pt x="308559" y="1198100"/>
                    <a:pt x="327134" y="1196035"/>
                    <a:pt x="345709" y="1196035"/>
                  </a:cubicBezTo>
                  <a:cubicBezTo>
                    <a:pt x="371508" y="1196035"/>
                    <a:pt x="366348" y="1193456"/>
                    <a:pt x="375636" y="1216675"/>
                  </a:cubicBezTo>
                  <a:cubicBezTo>
                    <a:pt x="378216" y="1223382"/>
                    <a:pt x="380795" y="1230606"/>
                    <a:pt x="384407" y="1236798"/>
                  </a:cubicBezTo>
                  <a:cubicBezTo>
                    <a:pt x="389051" y="1245569"/>
                    <a:pt x="386987" y="1251761"/>
                    <a:pt x="379764" y="1257953"/>
                  </a:cubicBezTo>
                  <a:cubicBezTo>
                    <a:pt x="363252" y="1272400"/>
                    <a:pt x="348289" y="1288396"/>
                    <a:pt x="327134" y="1296651"/>
                  </a:cubicBezTo>
                  <a:cubicBezTo>
                    <a:pt x="319394" y="1299231"/>
                    <a:pt x="319394" y="1303875"/>
                    <a:pt x="322490" y="1310583"/>
                  </a:cubicBezTo>
                  <a:cubicBezTo>
                    <a:pt x="333842" y="1332254"/>
                    <a:pt x="346225" y="1353409"/>
                    <a:pt x="359124" y="1374048"/>
                  </a:cubicBezTo>
                  <a:cubicBezTo>
                    <a:pt x="362736" y="1379724"/>
                    <a:pt x="365832" y="1380755"/>
                    <a:pt x="370992" y="1376628"/>
                  </a:cubicBezTo>
                  <a:cubicBezTo>
                    <a:pt x="389051" y="1361148"/>
                    <a:pt x="412270" y="1355988"/>
                    <a:pt x="433941" y="1348765"/>
                  </a:cubicBezTo>
                  <a:cubicBezTo>
                    <a:pt x="441165" y="1346185"/>
                    <a:pt x="445809" y="1347217"/>
                    <a:pt x="450452" y="1353925"/>
                  </a:cubicBezTo>
                  <a:cubicBezTo>
                    <a:pt x="457676" y="1364760"/>
                    <a:pt x="465932" y="1374564"/>
                    <a:pt x="474187" y="1384367"/>
                  </a:cubicBezTo>
                  <a:cubicBezTo>
                    <a:pt x="478315" y="1389527"/>
                    <a:pt x="478831" y="1393655"/>
                    <a:pt x="475219" y="1399331"/>
                  </a:cubicBezTo>
                  <a:cubicBezTo>
                    <a:pt x="462320" y="1417906"/>
                    <a:pt x="452516" y="1439061"/>
                    <a:pt x="432909" y="1452476"/>
                  </a:cubicBezTo>
                  <a:cubicBezTo>
                    <a:pt x="426201" y="1457120"/>
                    <a:pt x="425685" y="1461764"/>
                    <a:pt x="431877" y="1468471"/>
                  </a:cubicBezTo>
                  <a:cubicBezTo>
                    <a:pt x="447873" y="1486015"/>
                    <a:pt x="464384" y="1502526"/>
                    <a:pt x="481927" y="1518521"/>
                  </a:cubicBezTo>
                  <a:cubicBezTo>
                    <a:pt x="488119" y="1524197"/>
                    <a:pt x="493279" y="1524197"/>
                    <a:pt x="497922" y="1517489"/>
                  </a:cubicBezTo>
                  <a:cubicBezTo>
                    <a:pt x="510822" y="1498398"/>
                    <a:pt x="531461" y="1488595"/>
                    <a:pt x="550036" y="1475695"/>
                  </a:cubicBezTo>
                  <a:cubicBezTo>
                    <a:pt x="556228" y="1471568"/>
                    <a:pt x="561388" y="1471568"/>
                    <a:pt x="567063" y="1476211"/>
                  </a:cubicBezTo>
                  <a:cubicBezTo>
                    <a:pt x="576867" y="1483951"/>
                    <a:pt x="586670" y="1491690"/>
                    <a:pt x="596474" y="1498914"/>
                  </a:cubicBezTo>
                  <a:cubicBezTo>
                    <a:pt x="602666" y="1503558"/>
                    <a:pt x="604214" y="1508202"/>
                    <a:pt x="601634" y="1515426"/>
                  </a:cubicBezTo>
                  <a:cubicBezTo>
                    <a:pt x="594926" y="1537097"/>
                    <a:pt x="589250" y="1559284"/>
                    <a:pt x="574287" y="1577343"/>
                  </a:cubicBezTo>
                  <a:cubicBezTo>
                    <a:pt x="569127" y="1583018"/>
                    <a:pt x="569643" y="1587146"/>
                    <a:pt x="576867" y="1591274"/>
                  </a:cubicBezTo>
                  <a:cubicBezTo>
                    <a:pt x="597506" y="1603658"/>
                    <a:pt x="618145" y="1616041"/>
                    <a:pt x="639300" y="1627393"/>
                  </a:cubicBezTo>
                  <a:cubicBezTo>
                    <a:pt x="647040" y="1631520"/>
                    <a:pt x="651168" y="1629973"/>
                    <a:pt x="653747" y="1622233"/>
                  </a:cubicBezTo>
                  <a:cubicBezTo>
                    <a:pt x="662003" y="1600562"/>
                    <a:pt x="678514" y="1585598"/>
                    <a:pt x="693478" y="1568571"/>
                  </a:cubicBezTo>
                  <a:cubicBezTo>
                    <a:pt x="699153" y="1562379"/>
                    <a:pt x="704313" y="1561864"/>
                    <a:pt x="711537" y="1564959"/>
                  </a:cubicBezTo>
                  <a:cubicBezTo>
                    <a:pt x="721856" y="1570119"/>
                    <a:pt x="732692" y="1574247"/>
                    <a:pt x="743528" y="1578375"/>
                  </a:cubicBezTo>
                  <a:cubicBezTo>
                    <a:pt x="751267" y="1580955"/>
                    <a:pt x="753847" y="1585598"/>
                    <a:pt x="753847" y="1593854"/>
                  </a:cubicBezTo>
                  <a:cubicBezTo>
                    <a:pt x="753331" y="1616041"/>
                    <a:pt x="753847" y="1637712"/>
                    <a:pt x="744044" y="1658351"/>
                  </a:cubicBezTo>
                  <a:cubicBezTo>
                    <a:pt x="739916" y="1667123"/>
                    <a:pt x="743012" y="1671251"/>
                    <a:pt x="752299" y="1673831"/>
                  </a:cubicBezTo>
                  <a:cubicBezTo>
                    <a:pt x="773970" y="1680538"/>
                    <a:pt x="796157" y="1686214"/>
                    <a:pt x="818344" y="1691374"/>
                  </a:cubicBezTo>
                  <a:cubicBezTo>
                    <a:pt x="827116" y="1693438"/>
                    <a:pt x="831760" y="1692406"/>
                    <a:pt x="832276" y="1682602"/>
                  </a:cubicBezTo>
                  <a:cubicBezTo>
                    <a:pt x="834340" y="1659383"/>
                    <a:pt x="846723" y="1639776"/>
                    <a:pt x="857043" y="1619653"/>
                  </a:cubicBezTo>
                  <a:cubicBezTo>
                    <a:pt x="859622" y="1614493"/>
                    <a:pt x="862718" y="1611397"/>
                    <a:pt x="868910" y="1612429"/>
                  </a:cubicBezTo>
                  <a:cubicBezTo>
                    <a:pt x="881809" y="1614493"/>
                    <a:pt x="895225" y="1616041"/>
                    <a:pt x="908640" y="1617589"/>
                  </a:cubicBezTo>
                  <a:cubicBezTo>
                    <a:pt x="916896" y="1618621"/>
                    <a:pt x="920508" y="1622749"/>
                    <a:pt x="922056" y="1630488"/>
                  </a:cubicBezTo>
                  <a:cubicBezTo>
                    <a:pt x="925668" y="1651128"/>
                    <a:pt x="933407" y="1671251"/>
                    <a:pt x="929279" y="1692922"/>
                  </a:cubicBezTo>
                  <a:cubicBezTo>
                    <a:pt x="927215" y="1703757"/>
                    <a:pt x="932375" y="1706853"/>
                    <a:pt x="942695" y="1707369"/>
                  </a:cubicBezTo>
                  <a:cubicBezTo>
                    <a:pt x="964366" y="1708401"/>
                    <a:pt x="985521" y="1708401"/>
                    <a:pt x="1007192" y="1707369"/>
                  </a:cubicBezTo>
                  <a:cubicBezTo>
                    <a:pt x="1018028" y="1706853"/>
                    <a:pt x="1022155" y="1702725"/>
                    <a:pt x="1020607" y="1692406"/>
                  </a:cubicBezTo>
                  <a:cubicBezTo>
                    <a:pt x="1016480" y="1670219"/>
                    <a:pt x="1024219" y="1650096"/>
                    <a:pt x="1028347" y="1628941"/>
                  </a:cubicBezTo>
                  <a:cubicBezTo>
                    <a:pt x="1029379" y="1621717"/>
                    <a:pt x="1033507" y="1618621"/>
                    <a:pt x="1040215" y="1617589"/>
                  </a:cubicBezTo>
                  <a:cubicBezTo>
                    <a:pt x="1053114" y="1616041"/>
                    <a:pt x="1066013" y="1615009"/>
                    <a:pt x="1078397" y="1612429"/>
                  </a:cubicBezTo>
                  <a:cubicBezTo>
                    <a:pt x="1085621" y="1611397"/>
                    <a:pt x="1089748" y="1613461"/>
                    <a:pt x="1092844" y="1619653"/>
                  </a:cubicBezTo>
                  <a:cubicBezTo>
                    <a:pt x="1102648" y="1639776"/>
                    <a:pt x="1115031" y="1658351"/>
                    <a:pt x="1117095" y="1681570"/>
                  </a:cubicBezTo>
                  <a:cubicBezTo>
                    <a:pt x="1118127" y="1690342"/>
                    <a:pt x="1121739" y="1692922"/>
                    <a:pt x="1130511" y="1690858"/>
                  </a:cubicBezTo>
                  <a:cubicBezTo>
                    <a:pt x="1152698" y="1685698"/>
                    <a:pt x="1174885" y="1680022"/>
                    <a:pt x="1196556" y="1673315"/>
                  </a:cubicBezTo>
                  <a:cubicBezTo>
                    <a:pt x="1206359" y="1670219"/>
                    <a:pt x="1209455" y="1666607"/>
                    <a:pt x="1204811" y="1656803"/>
                  </a:cubicBezTo>
                  <a:cubicBezTo>
                    <a:pt x="1200168" y="1643904"/>
                    <a:pt x="1196556" y="1627393"/>
                    <a:pt x="1198104" y="1613977"/>
                  </a:cubicBezTo>
                  <a:close/>
                </a:path>
              </a:pathLst>
            </a:custGeom>
            <a:solidFill>
              <a:schemeClr val="bg1"/>
            </a:solidFill>
            <a:ln w="515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99C56264-3285-49B3-A816-65D9409E04E9}"/>
                </a:ext>
              </a:extLst>
            </p:cNvPr>
            <p:cNvSpPr/>
            <p:nvPr/>
          </p:nvSpPr>
          <p:spPr>
            <a:xfrm>
              <a:off x="306264" y="596604"/>
              <a:ext cx="237705" cy="236465"/>
            </a:xfrm>
            <a:custGeom>
              <a:avLst/>
              <a:gdLst>
                <a:gd name="connsiteX0" fmla="*/ 185362 w 237706"/>
                <a:gd name="connsiteY0" fmla="*/ 130458 h 236466"/>
                <a:gd name="connsiteX1" fmla="*/ 237706 w 237706"/>
                <a:gd name="connsiteY1" fmla="*/ 130458 h 236466"/>
                <a:gd name="connsiteX2" fmla="*/ 234128 w 237706"/>
                <a:gd name="connsiteY2" fmla="*/ 154126 h 236466"/>
                <a:gd name="connsiteX3" fmla="*/ 165835 w 237706"/>
                <a:gd name="connsiteY3" fmla="*/ 229449 h 236466"/>
                <a:gd name="connsiteX4" fmla="*/ 131078 w 237706"/>
                <a:gd name="connsiteY4" fmla="*/ 236466 h 236466"/>
                <a:gd name="connsiteX5" fmla="*/ 131078 w 237706"/>
                <a:gd name="connsiteY5" fmla="*/ 186008 h 236466"/>
                <a:gd name="connsiteX6" fmla="*/ 146195 w 237706"/>
                <a:gd name="connsiteY6" fmla="*/ 182956 h 236466"/>
                <a:gd name="connsiteX7" fmla="*/ 177100 w 237706"/>
                <a:gd name="connsiteY7" fmla="*/ 157507 h 236466"/>
                <a:gd name="connsiteX8" fmla="*/ 0 w 237706"/>
                <a:gd name="connsiteY8" fmla="*/ 130458 h 236466"/>
                <a:gd name="connsiteX9" fmla="*/ 52344 w 237706"/>
                <a:gd name="connsiteY9" fmla="*/ 130458 h 236466"/>
                <a:gd name="connsiteX10" fmla="*/ 60606 w 237706"/>
                <a:gd name="connsiteY10" fmla="*/ 157507 h 236466"/>
                <a:gd name="connsiteX11" fmla="*/ 91511 w 237706"/>
                <a:gd name="connsiteY11" fmla="*/ 182956 h 236466"/>
                <a:gd name="connsiteX12" fmla="*/ 106628 w 237706"/>
                <a:gd name="connsiteY12" fmla="*/ 186008 h 236466"/>
                <a:gd name="connsiteX13" fmla="*/ 106628 w 237706"/>
                <a:gd name="connsiteY13" fmla="*/ 236466 h 236466"/>
                <a:gd name="connsiteX14" fmla="*/ 71871 w 237706"/>
                <a:gd name="connsiteY14" fmla="*/ 229449 h 236466"/>
                <a:gd name="connsiteX15" fmla="*/ 3579 w 237706"/>
                <a:gd name="connsiteY15" fmla="*/ 154126 h 236466"/>
                <a:gd name="connsiteX16" fmla="*/ 131078 w 237706"/>
                <a:gd name="connsiteY16" fmla="*/ 0 h 236466"/>
                <a:gd name="connsiteX17" fmla="*/ 165835 w 237706"/>
                <a:gd name="connsiteY17" fmla="*/ 7017 h 236466"/>
                <a:gd name="connsiteX18" fmla="*/ 234128 w 237706"/>
                <a:gd name="connsiteY18" fmla="*/ 82340 h 236466"/>
                <a:gd name="connsiteX19" fmla="*/ 237706 w 237706"/>
                <a:gd name="connsiteY19" fmla="*/ 106008 h 236466"/>
                <a:gd name="connsiteX20" fmla="*/ 185362 w 237706"/>
                <a:gd name="connsiteY20" fmla="*/ 106008 h 236466"/>
                <a:gd name="connsiteX21" fmla="*/ 177100 w 237706"/>
                <a:gd name="connsiteY21" fmla="*/ 78960 h 236466"/>
                <a:gd name="connsiteX22" fmla="*/ 146195 w 237706"/>
                <a:gd name="connsiteY22" fmla="*/ 53510 h 236466"/>
                <a:gd name="connsiteX23" fmla="*/ 131078 w 237706"/>
                <a:gd name="connsiteY23" fmla="*/ 50458 h 236466"/>
                <a:gd name="connsiteX24" fmla="*/ 106628 w 237706"/>
                <a:gd name="connsiteY24" fmla="*/ 0 h 236466"/>
                <a:gd name="connsiteX25" fmla="*/ 106628 w 237706"/>
                <a:gd name="connsiteY25" fmla="*/ 50458 h 236466"/>
                <a:gd name="connsiteX26" fmla="*/ 91511 w 237706"/>
                <a:gd name="connsiteY26" fmla="*/ 53510 h 236466"/>
                <a:gd name="connsiteX27" fmla="*/ 60606 w 237706"/>
                <a:gd name="connsiteY27" fmla="*/ 78960 h 236466"/>
                <a:gd name="connsiteX28" fmla="*/ 52344 w 237706"/>
                <a:gd name="connsiteY28" fmla="*/ 106008 h 236466"/>
                <a:gd name="connsiteX29" fmla="*/ 0 w 237706"/>
                <a:gd name="connsiteY29" fmla="*/ 106008 h 236466"/>
                <a:gd name="connsiteX30" fmla="*/ 3579 w 237706"/>
                <a:gd name="connsiteY30" fmla="*/ 82340 h 236466"/>
                <a:gd name="connsiteX31" fmla="*/ 71871 w 237706"/>
                <a:gd name="connsiteY31" fmla="*/ 7017 h 23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7706" h="236466">
                  <a:moveTo>
                    <a:pt x="185362" y="130458"/>
                  </a:moveTo>
                  <a:lnTo>
                    <a:pt x="237706" y="130458"/>
                  </a:lnTo>
                  <a:lnTo>
                    <a:pt x="234128" y="154126"/>
                  </a:lnTo>
                  <a:cubicBezTo>
                    <a:pt x="223548" y="188141"/>
                    <a:pt x="198326" y="215706"/>
                    <a:pt x="165835" y="229449"/>
                  </a:cubicBezTo>
                  <a:lnTo>
                    <a:pt x="131078" y="236466"/>
                  </a:lnTo>
                  <a:lnTo>
                    <a:pt x="131078" y="186008"/>
                  </a:lnTo>
                  <a:lnTo>
                    <a:pt x="146195" y="182956"/>
                  </a:lnTo>
                  <a:cubicBezTo>
                    <a:pt x="158800" y="177624"/>
                    <a:pt x="169526" y="168717"/>
                    <a:pt x="177100" y="157507"/>
                  </a:cubicBezTo>
                  <a:close/>
                  <a:moveTo>
                    <a:pt x="0" y="130458"/>
                  </a:moveTo>
                  <a:lnTo>
                    <a:pt x="52344" y="130458"/>
                  </a:lnTo>
                  <a:lnTo>
                    <a:pt x="60606" y="157507"/>
                  </a:lnTo>
                  <a:cubicBezTo>
                    <a:pt x="68180" y="168717"/>
                    <a:pt x="78906" y="177624"/>
                    <a:pt x="91511" y="182956"/>
                  </a:cubicBezTo>
                  <a:lnTo>
                    <a:pt x="106628" y="186008"/>
                  </a:lnTo>
                  <a:lnTo>
                    <a:pt x="106628" y="236466"/>
                  </a:lnTo>
                  <a:lnTo>
                    <a:pt x="71871" y="229449"/>
                  </a:lnTo>
                  <a:cubicBezTo>
                    <a:pt x="39380" y="215706"/>
                    <a:pt x="14159" y="188141"/>
                    <a:pt x="3579" y="154126"/>
                  </a:cubicBezTo>
                  <a:close/>
                  <a:moveTo>
                    <a:pt x="131078" y="0"/>
                  </a:moveTo>
                  <a:lnTo>
                    <a:pt x="165835" y="7017"/>
                  </a:lnTo>
                  <a:cubicBezTo>
                    <a:pt x="198326" y="20760"/>
                    <a:pt x="223548" y="48325"/>
                    <a:pt x="234128" y="82340"/>
                  </a:cubicBezTo>
                  <a:lnTo>
                    <a:pt x="237706" y="106008"/>
                  </a:lnTo>
                  <a:lnTo>
                    <a:pt x="185362" y="106008"/>
                  </a:lnTo>
                  <a:lnTo>
                    <a:pt x="177100" y="78960"/>
                  </a:lnTo>
                  <a:cubicBezTo>
                    <a:pt x="169526" y="67749"/>
                    <a:pt x="158800" y="58842"/>
                    <a:pt x="146195" y="53510"/>
                  </a:cubicBezTo>
                  <a:lnTo>
                    <a:pt x="131078" y="50458"/>
                  </a:lnTo>
                  <a:close/>
                  <a:moveTo>
                    <a:pt x="106628" y="0"/>
                  </a:moveTo>
                  <a:lnTo>
                    <a:pt x="106628" y="50458"/>
                  </a:lnTo>
                  <a:lnTo>
                    <a:pt x="91511" y="53510"/>
                  </a:lnTo>
                  <a:cubicBezTo>
                    <a:pt x="78906" y="58842"/>
                    <a:pt x="68180" y="67749"/>
                    <a:pt x="60606" y="78960"/>
                  </a:cubicBezTo>
                  <a:lnTo>
                    <a:pt x="52344" y="106008"/>
                  </a:lnTo>
                  <a:lnTo>
                    <a:pt x="0" y="106008"/>
                  </a:lnTo>
                  <a:lnTo>
                    <a:pt x="3579" y="82340"/>
                  </a:lnTo>
                  <a:cubicBezTo>
                    <a:pt x="14159" y="48325"/>
                    <a:pt x="39380" y="20760"/>
                    <a:pt x="71871" y="70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4" name="Oval 43">
              <a:extLst>
                <a:ext uri="{FF2B5EF4-FFF2-40B4-BE49-F238E27FC236}">
                  <a16:creationId xmlns:a16="http://schemas.microsoft.com/office/drawing/2014/main" id="{B2689479-8691-451F-A1E5-FFB058AEBB40}"/>
                </a:ext>
              </a:extLst>
            </p:cNvPr>
            <p:cNvSpPr/>
            <p:nvPr/>
          </p:nvSpPr>
          <p:spPr>
            <a:xfrm>
              <a:off x="385558" y="675280"/>
              <a:ext cx="79122" cy="7912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Top Corners Rounded 27">
            <a:extLst>
              <a:ext uri="{FF2B5EF4-FFF2-40B4-BE49-F238E27FC236}">
                <a16:creationId xmlns:a16="http://schemas.microsoft.com/office/drawing/2014/main" id="{11477A9D-5103-4038-9015-597B6AB52E31}"/>
              </a:ext>
            </a:extLst>
          </p:cNvPr>
          <p:cNvSpPr/>
          <p:nvPr/>
        </p:nvSpPr>
        <p:spPr>
          <a:xfrm>
            <a:off x="2939995" y="3151042"/>
            <a:ext cx="1618488" cy="256032"/>
          </a:xfrm>
          <a:prstGeom prst="round2SameRect">
            <a:avLst>
              <a:gd name="adj1" fmla="val 50000"/>
              <a:gd name="adj2"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11DF975C-FC1D-4FDC-BA0B-3E156064369A}"/>
              </a:ext>
            </a:extLst>
          </p:cNvPr>
          <p:cNvGrpSpPr/>
          <p:nvPr/>
        </p:nvGrpSpPr>
        <p:grpSpPr>
          <a:xfrm rot="1056235">
            <a:off x="3546587" y="1803551"/>
            <a:ext cx="391039" cy="1171393"/>
            <a:chOff x="391499" y="630207"/>
            <a:chExt cx="531845" cy="1593193"/>
          </a:xfrm>
        </p:grpSpPr>
        <p:sp>
          <p:nvSpPr>
            <p:cNvPr id="39" name="Rectangle: Rounded Corners 38">
              <a:extLst>
                <a:ext uri="{FF2B5EF4-FFF2-40B4-BE49-F238E27FC236}">
                  <a16:creationId xmlns:a16="http://schemas.microsoft.com/office/drawing/2014/main" id="{079CD355-7C99-4C02-BD98-37C24D860C97}"/>
                </a:ext>
              </a:extLst>
            </p:cNvPr>
            <p:cNvSpPr/>
            <p:nvPr/>
          </p:nvSpPr>
          <p:spPr>
            <a:xfrm rot="20495611">
              <a:off x="400452" y="630207"/>
              <a:ext cx="522892" cy="1539138"/>
            </a:xfrm>
            <a:prstGeom prst="roundRect">
              <a:avLst>
                <a:gd name="adj"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Rounded Corners 39">
              <a:extLst>
                <a:ext uri="{FF2B5EF4-FFF2-40B4-BE49-F238E27FC236}">
                  <a16:creationId xmlns:a16="http://schemas.microsoft.com/office/drawing/2014/main" id="{029965E1-817B-4D1E-986B-850BE9D7E64D}"/>
                </a:ext>
              </a:extLst>
            </p:cNvPr>
            <p:cNvSpPr/>
            <p:nvPr/>
          </p:nvSpPr>
          <p:spPr>
            <a:xfrm rot="20495611">
              <a:off x="391499" y="684262"/>
              <a:ext cx="191607" cy="1539138"/>
            </a:xfrm>
            <a:prstGeom prst="roundRect">
              <a:avLst>
                <a:gd name="adj"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Oval 29">
            <a:extLst>
              <a:ext uri="{FF2B5EF4-FFF2-40B4-BE49-F238E27FC236}">
                <a16:creationId xmlns:a16="http://schemas.microsoft.com/office/drawing/2014/main" id="{91E7D623-F73A-43EC-837E-03076914DBEF}"/>
              </a:ext>
            </a:extLst>
          </p:cNvPr>
          <p:cNvSpPr/>
          <p:nvPr/>
        </p:nvSpPr>
        <p:spPr>
          <a:xfrm>
            <a:off x="3460460" y="1575008"/>
            <a:ext cx="525968" cy="525968"/>
          </a:xfrm>
          <a:prstGeom prst="ellipse">
            <a:avLst/>
          </a:prstGeom>
          <a:solidFill>
            <a:schemeClr val="accent2"/>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2C054BD6-D082-4DC0-8827-D7E8070099FB}"/>
              </a:ext>
            </a:extLst>
          </p:cNvPr>
          <p:cNvSpPr/>
          <p:nvPr/>
        </p:nvSpPr>
        <p:spPr>
          <a:xfrm>
            <a:off x="3517185" y="1631733"/>
            <a:ext cx="412519" cy="412519"/>
          </a:xfrm>
          <a:custGeom>
            <a:avLst/>
            <a:gdLst>
              <a:gd name="connsiteX0" fmla="*/ 977265 w 1950394"/>
              <a:gd name="connsiteY0" fmla="*/ 1954006 h 1950394"/>
              <a:gd name="connsiteX1" fmla="*/ 4 w 1950394"/>
              <a:gd name="connsiteY1" fmla="*/ 977261 h 1950394"/>
              <a:gd name="connsiteX2" fmla="*/ 976749 w 1950394"/>
              <a:gd name="connsiteY2" fmla="*/ 0 h 1950394"/>
              <a:gd name="connsiteX3" fmla="*/ 1953494 w 1950394"/>
              <a:gd name="connsiteY3" fmla="*/ 976229 h 1950394"/>
              <a:gd name="connsiteX4" fmla="*/ 977265 w 1950394"/>
              <a:gd name="connsiteY4" fmla="*/ 1954006 h 1950394"/>
              <a:gd name="connsiteX5" fmla="*/ 1198104 w 1950394"/>
              <a:gd name="connsiteY5" fmla="*/ 1613977 h 1950394"/>
              <a:gd name="connsiteX6" fmla="*/ 1221839 w 1950394"/>
              <a:gd name="connsiteY6" fmla="*/ 1574763 h 1950394"/>
              <a:gd name="connsiteX7" fmla="*/ 1240930 w 1950394"/>
              <a:gd name="connsiteY7" fmla="*/ 1566507 h 1950394"/>
              <a:gd name="connsiteX8" fmla="*/ 1257957 w 1950394"/>
              <a:gd name="connsiteY8" fmla="*/ 1569603 h 1950394"/>
              <a:gd name="connsiteX9" fmla="*/ 1298203 w 1950394"/>
              <a:gd name="connsiteY9" fmla="*/ 1624297 h 1950394"/>
              <a:gd name="connsiteX10" fmla="*/ 1311619 w 1950394"/>
              <a:gd name="connsiteY10" fmla="*/ 1629456 h 1950394"/>
              <a:gd name="connsiteX11" fmla="*/ 1375084 w 1950394"/>
              <a:gd name="connsiteY11" fmla="*/ 1592822 h 1950394"/>
              <a:gd name="connsiteX12" fmla="*/ 1377148 w 1950394"/>
              <a:gd name="connsiteY12" fmla="*/ 1578891 h 1950394"/>
              <a:gd name="connsiteX13" fmla="*/ 1349285 w 1950394"/>
              <a:gd name="connsiteY13" fmla="*/ 1515426 h 1950394"/>
              <a:gd name="connsiteX14" fmla="*/ 1353413 w 1950394"/>
              <a:gd name="connsiteY14" fmla="*/ 1502010 h 1950394"/>
              <a:gd name="connsiteX15" fmla="*/ 1385919 w 1950394"/>
              <a:gd name="connsiteY15" fmla="*/ 1476727 h 1950394"/>
              <a:gd name="connsiteX16" fmla="*/ 1400883 w 1950394"/>
              <a:gd name="connsiteY16" fmla="*/ 1476727 h 1950394"/>
              <a:gd name="connsiteX17" fmla="*/ 1452996 w 1950394"/>
              <a:gd name="connsiteY17" fmla="*/ 1518005 h 1950394"/>
              <a:gd name="connsiteX18" fmla="*/ 1470024 w 1950394"/>
              <a:gd name="connsiteY18" fmla="*/ 1519553 h 1950394"/>
              <a:gd name="connsiteX19" fmla="*/ 1519041 w 1950394"/>
              <a:gd name="connsiteY19" fmla="*/ 1470535 h 1950394"/>
              <a:gd name="connsiteX20" fmla="*/ 1518010 w 1950394"/>
              <a:gd name="connsiteY20" fmla="*/ 1453508 h 1950394"/>
              <a:gd name="connsiteX21" fmla="*/ 1475699 w 1950394"/>
              <a:gd name="connsiteY21" fmla="*/ 1400363 h 1950394"/>
              <a:gd name="connsiteX22" fmla="*/ 1476215 w 1950394"/>
              <a:gd name="connsiteY22" fmla="*/ 1386431 h 1950394"/>
              <a:gd name="connsiteX23" fmla="*/ 1501498 w 1950394"/>
              <a:gd name="connsiteY23" fmla="*/ 1353925 h 1950394"/>
              <a:gd name="connsiteX24" fmla="*/ 1515946 w 1950394"/>
              <a:gd name="connsiteY24" fmla="*/ 1349797 h 1950394"/>
              <a:gd name="connsiteX25" fmla="*/ 1579411 w 1950394"/>
              <a:gd name="connsiteY25" fmla="*/ 1377660 h 1950394"/>
              <a:gd name="connsiteX26" fmla="*/ 1592310 w 1950394"/>
              <a:gd name="connsiteY26" fmla="*/ 1375596 h 1950394"/>
              <a:gd name="connsiteX27" fmla="*/ 1628945 w 1950394"/>
              <a:gd name="connsiteY27" fmla="*/ 1312130 h 1950394"/>
              <a:gd name="connsiteX28" fmla="*/ 1623785 w 1950394"/>
              <a:gd name="connsiteY28" fmla="*/ 1298199 h 1950394"/>
              <a:gd name="connsiteX29" fmla="*/ 1577863 w 1950394"/>
              <a:gd name="connsiteY29" fmla="*/ 1265692 h 1950394"/>
              <a:gd name="connsiteX30" fmla="*/ 1571155 w 1950394"/>
              <a:gd name="connsiteY30" fmla="*/ 1230090 h 1950394"/>
              <a:gd name="connsiteX31" fmla="*/ 1579927 w 1950394"/>
              <a:gd name="connsiteY31" fmla="*/ 1208419 h 1950394"/>
              <a:gd name="connsiteX32" fmla="*/ 1596438 w 1950394"/>
              <a:gd name="connsiteY32" fmla="*/ 1197583 h 1950394"/>
              <a:gd name="connsiteX33" fmla="*/ 1660935 w 1950394"/>
              <a:gd name="connsiteY33" fmla="*/ 1207387 h 1950394"/>
              <a:gd name="connsiteX34" fmla="*/ 1675383 w 1950394"/>
              <a:gd name="connsiteY34" fmla="*/ 1201195 h 1950394"/>
              <a:gd name="connsiteX35" fmla="*/ 1693442 w 1950394"/>
              <a:gd name="connsiteY35" fmla="*/ 1132570 h 1950394"/>
              <a:gd name="connsiteX36" fmla="*/ 1684154 w 1950394"/>
              <a:gd name="connsiteY36" fmla="*/ 1119155 h 1950394"/>
              <a:gd name="connsiteX37" fmla="*/ 1621205 w 1950394"/>
              <a:gd name="connsiteY37" fmla="*/ 1093872 h 1950394"/>
              <a:gd name="connsiteX38" fmla="*/ 1614497 w 1950394"/>
              <a:gd name="connsiteY38" fmla="*/ 1083037 h 1950394"/>
              <a:gd name="connsiteX39" fmla="*/ 1620173 w 1950394"/>
              <a:gd name="connsiteY39" fmla="*/ 1042274 h 1950394"/>
              <a:gd name="connsiteX40" fmla="*/ 1632557 w 1950394"/>
              <a:gd name="connsiteY40" fmla="*/ 1029891 h 1950394"/>
              <a:gd name="connsiteX41" fmla="*/ 1696022 w 1950394"/>
              <a:gd name="connsiteY41" fmla="*/ 1022667 h 1950394"/>
              <a:gd name="connsiteX42" fmla="*/ 1709437 w 1950394"/>
              <a:gd name="connsiteY42" fmla="*/ 1010800 h 1950394"/>
              <a:gd name="connsiteX43" fmla="*/ 1709437 w 1950394"/>
              <a:gd name="connsiteY43" fmla="*/ 943723 h 1950394"/>
              <a:gd name="connsiteX44" fmla="*/ 1694990 w 1950394"/>
              <a:gd name="connsiteY44" fmla="*/ 931339 h 1950394"/>
              <a:gd name="connsiteX45" fmla="*/ 1650616 w 1950394"/>
              <a:gd name="connsiteY45" fmla="*/ 928243 h 1950394"/>
              <a:gd name="connsiteX46" fmla="*/ 1618109 w 1950394"/>
              <a:gd name="connsiteY46" fmla="*/ 892125 h 1950394"/>
              <a:gd name="connsiteX47" fmla="*/ 1615013 w 1950394"/>
              <a:gd name="connsiteY47" fmla="*/ 874582 h 1950394"/>
              <a:gd name="connsiteX48" fmla="*/ 1622753 w 1950394"/>
              <a:gd name="connsiteY48" fmla="*/ 859102 h 1950394"/>
              <a:gd name="connsiteX49" fmla="*/ 1684670 w 1950394"/>
              <a:gd name="connsiteY49" fmla="*/ 834851 h 1950394"/>
              <a:gd name="connsiteX50" fmla="*/ 1693442 w 1950394"/>
              <a:gd name="connsiteY50" fmla="*/ 821952 h 1950394"/>
              <a:gd name="connsiteX51" fmla="*/ 1674867 w 1950394"/>
              <a:gd name="connsiteY51" fmla="*/ 753327 h 1950394"/>
              <a:gd name="connsiteX52" fmla="*/ 1659903 w 1950394"/>
              <a:gd name="connsiteY52" fmla="*/ 746619 h 1950394"/>
              <a:gd name="connsiteX53" fmla="*/ 1594374 w 1950394"/>
              <a:gd name="connsiteY53" fmla="*/ 756423 h 1950394"/>
              <a:gd name="connsiteX54" fmla="*/ 1580443 w 1950394"/>
              <a:gd name="connsiteY54" fmla="*/ 747651 h 1950394"/>
              <a:gd name="connsiteX55" fmla="*/ 1565995 w 1950394"/>
              <a:gd name="connsiteY55" fmla="*/ 713081 h 1950394"/>
              <a:gd name="connsiteX56" fmla="*/ 1570123 w 1950394"/>
              <a:gd name="connsiteY56" fmla="*/ 696054 h 1950394"/>
              <a:gd name="connsiteX57" fmla="*/ 1623269 w 1950394"/>
              <a:gd name="connsiteY57" fmla="*/ 656323 h 1950394"/>
              <a:gd name="connsiteX58" fmla="*/ 1628429 w 1950394"/>
              <a:gd name="connsiteY58" fmla="*/ 641876 h 1950394"/>
              <a:gd name="connsiteX59" fmla="*/ 1592310 w 1950394"/>
              <a:gd name="connsiteY59" fmla="*/ 579443 h 1950394"/>
              <a:gd name="connsiteX60" fmla="*/ 1578379 w 1950394"/>
              <a:gd name="connsiteY60" fmla="*/ 576863 h 1950394"/>
              <a:gd name="connsiteX61" fmla="*/ 1532457 w 1950394"/>
              <a:gd name="connsiteY61" fmla="*/ 599050 h 1950394"/>
              <a:gd name="connsiteX62" fmla="*/ 1490147 w 1950394"/>
              <a:gd name="connsiteY62" fmla="*/ 585118 h 1950394"/>
              <a:gd name="connsiteX63" fmla="*/ 1477247 w 1950394"/>
              <a:gd name="connsiteY63" fmla="*/ 569123 h 1950394"/>
              <a:gd name="connsiteX64" fmla="*/ 1476731 w 1950394"/>
              <a:gd name="connsiteY64" fmla="*/ 552096 h 1950394"/>
              <a:gd name="connsiteX65" fmla="*/ 1518525 w 1950394"/>
              <a:gd name="connsiteY65" fmla="*/ 499982 h 1950394"/>
              <a:gd name="connsiteX66" fmla="*/ 1519557 w 1950394"/>
              <a:gd name="connsiteY66" fmla="*/ 483987 h 1950394"/>
              <a:gd name="connsiteX67" fmla="*/ 1470540 w 1950394"/>
              <a:gd name="connsiteY67" fmla="*/ 434453 h 1950394"/>
              <a:gd name="connsiteX68" fmla="*/ 1452480 w 1950394"/>
              <a:gd name="connsiteY68" fmla="*/ 436001 h 1950394"/>
              <a:gd name="connsiteX69" fmla="*/ 1418942 w 1950394"/>
              <a:gd name="connsiteY69" fmla="*/ 465412 h 1950394"/>
              <a:gd name="connsiteX70" fmla="*/ 1369408 w 1950394"/>
              <a:gd name="connsiteY70" fmla="*/ 463348 h 1950394"/>
              <a:gd name="connsiteX71" fmla="*/ 1354961 w 1950394"/>
              <a:gd name="connsiteY71" fmla="*/ 452512 h 1950394"/>
              <a:gd name="connsiteX72" fmla="*/ 1349801 w 1950394"/>
              <a:gd name="connsiteY72" fmla="*/ 436001 h 1950394"/>
              <a:gd name="connsiteX73" fmla="*/ 1377148 w 1950394"/>
              <a:gd name="connsiteY73" fmla="*/ 374084 h 1950394"/>
              <a:gd name="connsiteX74" fmla="*/ 1374052 w 1950394"/>
              <a:gd name="connsiteY74" fmla="*/ 360152 h 1950394"/>
              <a:gd name="connsiteX75" fmla="*/ 1312651 w 1950394"/>
              <a:gd name="connsiteY75" fmla="*/ 324550 h 1950394"/>
              <a:gd name="connsiteX76" fmla="*/ 1296655 w 1950394"/>
              <a:gd name="connsiteY76" fmla="*/ 329193 h 1950394"/>
              <a:gd name="connsiteX77" fmla="*/ 1256925 w 1950394"/>
              <a:gd name="connsiteY77" fmla="*/ 382855 h 1950394"/>
              <a:gd name="connsiteX78" fmla="*/ 1238866 w 1950394"/>
              <a:gd name="connsiteY78" fmla="*/ 386467 h 1950394"/>
              <a:gd name="connsiteX79" fmla="*/ 1206875 w 1950394"/>
              <a:gd name="connsiteY79" fmla="*/ 373052 h 1950394"/>
              <a:gd name="connsiteX80" fmla="*/ 1196556 w 1950394"/>
              <a:gd name="connsiteY80" fmla="*/ 357572 h 1950394"/>
              <a:gd name="connsiteX81" fmla="*/ 1206359 w 1950394"/>
              <a:gd name="connsiteY81" fmla="*/ 293075 h 1950394"/>
              <a:gd name="connsiteX82" fmla="*/ 1199652 w 1950394"/>
              <a:gd name="connsiteY82" fmla="*/ 278112 h 1950394"/>
              <a:gd name="connsiteX83" fmla="*/ 1131027 w 1950394"/>
              <a:gd name="connsiteY83" fmla="*/ 259537 h 1950394"/>
              <a:gd name="connsiteX84" fmla="*/ 1118127 w 1950394"/>
              <a:gd name="connsiteY84" fmla="*/ 268308 h 1950394"/>
              <a:gd name="connsiteX85" fmla="*/ 1093360 w 1950394"/>
              <a:gd name="connsiteY85" fmla="*/ 331258 h 1950394"/>
              <a:gd name="connsiteX86" fmla="*/ 1079945 w 1950394"/>
              <a:gd name="connsiteY86" fmla="*/ 338481 h 1950394"/>
              <a:gd name="connsiteX87" fmla="*/ 1042794 w 1950394"/>
              <a:gd name="connsiteY87" fmla="*/ 333837 h 1950394"/>
              <a:gd name="connsiteX88" fmla="*/ 1028347 w 1950394"/>
              <a:gd name="connsiteY88" fmla="*/ 320422 h 1950394"/>
              <a:gd name="connsiteX89" fmla="*/ 1021123 w 1950394"/>
              <a:gd name="connsiteY89" fmla="*/ 257989 h 1950394"/>
              <a:gd name="connsiteX90" fmla="*/ 1008740 w 1950394"/>
              <a:gd name="connsiteY90" fmla="*/ 243541 h 1950394"/>
              <a:gd name="connsiteX91" fmla="*/ 941663 w 1950394"/>
              <a:gd name="connsiteY91" fmla="*/ 243541 h 1950394"/>
              <a:gd name="connsiteX92" fmla="*/ 929795 w 1950394"/>
              <a:gd name="connsiteY92" fmla="*/ 256957 h 1950394"/>
              <a:gd name="connsiteX93" fmla="*/ 922572 w 1950394"/>
              <a:gd name="connsiteY93" fmla="*/ 320422 h 1950394"/>
              <a:gd name="connsiteX94" fmla="*/ 909156 w 1950394"/>
              <a:gd name="connsiteY94" fmla="*/ 333321 h 1950394"/>
              <a:gd name="connsiteX95" fmla="*/ 872006 w 1950394"/>
              <a:gd name="connsiteY95" fmla="*/ 337965 h 1950394"/>
              <a:gd name="connsiteX96" fmla="*/ 857559 w 1950394"/>
              <a:gd name="connsiteY96" fmla="*/ 330226 h 1950394"/>
              <a:gd name="connsiteX97" fmla="*/ 833308 w 1950394"/>
              <a:gd name="connsiteY97" fmla="*/ 268308 h 1950394"/>
              <a:gd name="connsiteX98" fmla="*/ 819892 w 1950394"/>
              <a:gd name="connsiteY98" fmla="*/ 259021 h 1950394"/>
              <a:gd name="connsiteX99" fmla="*/ 753847 w 1950394"/>
              <a:gd name="connsiteY99" fmla="*/ 276564 h 1950394"/>
              <a:gd name="connsiteX100" fmla="*/ 745591 w 1950394"/>
              <a:gd name="connsiteY100" fmla="*/ 293075 h 1950394"/>
              <a:gd name="connsiteX101" fmla="*/ 754879 w 1950394"/>
              <a:gd name="connsiteY101" fmla="*/ 339513 h 1950394"/>
              <a:gd name="connsiteX102" fmla="*/ 728564 w 1950394"/>
              <a:gd name="connsiteY102" fmla="*/ 378728 h 1950394"/>
              <a:gd name="connsiteX103" fmla="*/ 712053 w 1950394"/>
              <a:gd name="connsiteY103" fmla="*/ 385951 h 1950394"/>
              <a:gd name="connsiteX104" fmla="*/ 695026 w 1950394"/>
              <a:gd name="connsiteY104" fmla="*/ 382855 h 1950394"/>
              <a:gd name="connsiteX105" fmla="*/ 654779 w 1950394"/>
              <a:gd name="connsiteY105" fmla="*/ 328161 h 1950394"/>
              <a:gd name="connsiteX106" fmla="*/ 641364 w 1950394"/>
              <a:gd name="connsiteY106" fmla="*/ 323002 h 1950394"/>
              <a:gd name="connsiteX107" fmla="*/ 577899 w 1950394"/>
              <a:gd name="connsiteY107" fmla="*/ 359636 h 1950394"/>
              <a:gd name="connsiteX108" fmla="*/ 574803 w 1950394"/>
              <a:gd name="connsiteY108" fmla="*/ 372536 h 1950394"/>
              <a:gd name="connsiteX109" fmla="*/ 602666 w 1950394"/>
              <a:gd name="connsiteY109" fmla="*/ 435485 h 1950394"/>
              <a:gd name="connsiteX110" fmla="*/ 598022 w 1950394"/>
              <a:gd name="connsiteY110" fmla="*/ 450964 h 1950394"/>
              <a:gd name="connsiteX111" fmla="*/ 567579 w 1950394"/>
              <a:gd name="connsiteY111" fmla="*/ 474699 h 1950394"/>
              <a:gd name="connsiteX112" fmla="*/ 550552 w 1950394"/>
              <a:gd name="connsiteY112" fmla="*/ 474699 h 1950394"/>
              <a:gd name="connsiteX113" fmla="*/ 498438 w 1950394"/>
              <a:gd name="connsiteY113" fmla="*/ 432905 h 1950394"/>
              <a:gd name="connsiteX114" fmla="*/ 483475 w 1950394"/>
              <a:gd name="connsiteY114" fmla="*/ 431357 h 1950394"/>
              <a:gd name="connsiteX115" fmla="*/ 432393 w 1950394"/>
              <a:gd name="connsiteY115" fmla="*/ 482439 h 1950394"/>
              <a:gd name="connsiteX116" fmla="*/ 433425 w 1950394"/>
              <a:gd name="connsiteY116" fmla="*/ 497402 h 1950394"/>
              <a:gd name="connsiteX117" fmla="*/ 475735 w 1950394"/>
              <a:gd name="connsiteY117" fmla="*/ 550032 h 1950394"/>
              <a:gd name="connsiteX118" fmla="*/ 475219 w 1950394"/>
              <a:gd name="connsiteY118" fmla="*/ 566027 h 1950394"/>
              <a:gd name="connsiteX119" fmla="*/ 450968 w 1950394"/>
              <a:gd name="connsiteY119" fmla="*/ 597502 h 1950394"/>
              <a:gd name="connsiteX120" fmla="*/ 437553 w 1950394"/>
              <a:gd name="connsiteY120" fmla="*/ 601629 h 1950394"/>
              <a:gd name="connsiteX121" fmla="*/ 373056 w 1950394"/>
              <a:gd name="connsiteY121" fmla="*/ 573251 h 1950394"/>
              <a:gd name="connsiteX122" fmla="*/ 360156 w 1950394"/>
              <a:gd name="connsiteY122" fmla="*/ 575315 h 1950394"/>
              <a:gd name="connsiteX123" fmla="*/ 323522 w 1950394"/>
              <a:gd name="connsiteY123" fmla="*/ 638780 h 1950394"/>
              <a:gd name="connsiteX124" fmla="*/ 328166 w 1950394"/>
              <a:gd name="connsiteY124" fmla="*/ 652711 h 1950394"/>
              <a:gd name="connsiteX125" fmla="*/ 374088 w 1950394"/>
              <a:gd name="connsiteY125" fmla="*/ 685218 h 1950394"/>
              <a:gd name="connsiteX126" fmla="*/ 380795 w 1950394"/>
              <a:gd name="connsiteY126" fmla="*/ 720820 h 1950394"/>
              <a:gd name="connsiteX127" fmla="*/ 372024 w 1950394"/>
              <a:gd name="connsiteY127" fmla="*/ 742492 h 1950394"/>
              <a:gd name="connsiteX128" fmla="*/ 355513 w 1950394"/>
              <a:gd name="connsiteY128" fmla="*/ 753327 h 1950394"/>
              <a:gd name="connsiteX129" fmla="*/ 291015 w 1950394"/>
              <a:gd name="connsiteY129" fmla="*/ 743523 h 1950394"/>
              <a:gd name="connsiteX130" fmla="*/ 276568 w 1950394"/>
              <a:gd name="connsiteY130" fmla="*/ 751263 h 1950394"/>
              <a:gd name="connsiteX131" fmla="*/ 258509 w 1950394"/>
              <a:gd name="connsiteY131" fmla="*/ 818340 h 1950394"/>
              <a:gd name="connsiteX132" fmla="*/ 267796 w 1950394"/>
              <a:gd name="connsiteY132" fmla="*/ 831756 h 1950394"/>
              <a:gd name="connsiteX133" fmla="*/ 330746 w 1950394"/>
              <a:gd name="connsiteY133" fmla="*/ 857038 h 1950394"/>
              <a:gd name="connsiteX134" fmla="*/ 337453 w 1950394"/>
              <a:gd name="connsiteY134" fmla="*/ 869422 h 1950394"/>
              <a:gd name="connsiteX135" fmla="*/ 332810 w 1950394"/>
              <a:gd name="connsiteY135" fmla="*/ 906572 h 1950394"/>
              <a:gd name="connsiteX136" fmla="*/ 318878 w 1950394"/>
              <a:gd name="connsiteY136" fmla="*/ 922052 h 1950394"/>
              <a:gd name="connsiteX137" fmla="*/ 256445 w 1950394"/>
              <a:gd name="connsiteY137" fmla="*/ 929275 h 1950394"/>
              <a:gd name="connsiteX138" fmla="*/ 242514 w 1950394"/>
              <a:gd name="connsiteY138" fmla="*/ 942175 h 1950394"/>
              <a:gd name="connsiteX139" fmla="*/ 242514 w 1950394"/>
              <a:gd name="connsiteY139" fmla="*/ 1006672 h 1950394"/>
              <a:gd name="connsiteX140" fmla="*/ 257993 w 1950394"/>
              <a:gd name="connsiteY140" fmla="*/ 1020603 h 1950394"/>
              <a:gd name="connsiteX141" fmla="*/ 321458 w 1950394"/>
              <a:gd name="connsiteY141" fmla="*/ 1028343 h 1950394"/>
              <a:gd name="connsiteX142" fmla="*/ 331778 w 1950394"/>
              <a:gd name="connsiteY142" fmla="*/ 1039694 h 1950394"/>
              <a:gd name="connsiteX143" fmla="*/ 336937 w 1950394"/>
              <a:gd name="connsiteY143" fmla="*/ 1077877 h 1950394"/>
              <a:gd name="connsiteX144" fmla="*/ 329198 w 1950394"/>
              <a:gd name="connsiteY144" fmla="*/ 1093356 h 1950394"/>
              <a:gd name="connsiteX145" fmla="*/ 265733 w 1950394"/>
              <a:gd name="connsiteY145" fmla="*/ 1117607 h 1950394"/>
              <a:gd name="connsiteX146" fmla="*/ 257993 w 1950394"/>
              <a:gd name="connsiteY146" fmla="*/ 1129990 h 1950394"/>
              <a:gd name="connsiteX147" fmla="*/ 276568 w 1950394"/>
              <a:gd name="connsiteY147" fmla="*/ 1198615 h 1950394"/>
              <a:gd name="connsiteX148" fmla="*/ 291531 w 1950394"/>
              <a:gd name="connsiteY148" fmla="*/ 1205839 h 1950394"/>
              <a:gd name="connsiteX149" fmla="*/ 345709 w 1950394"/>
              <a:gd name="connsiteY149" fmla="*/ 1196035 h 1950394"/>
              <a:gd name="connsiteX150" fmla="*/ 375636 w 1950394"/>
              <a:gd name="connsiteY150" fmla="*/ 1216675 h 1950394"/>
              <a:gd name="connsiteX151" fmla="*/ 384407 w 1950394"/>
              <a:gd name="connsiteY151" fmla="*/ 1236798 h 1950394"/>
              <a:gd name="connsiteX152" fmla="*/ 379764 w 1950394"/>
              <a:gd name="connsiteY152" fmla="*/ 1257953 h 1950394"/>
              <a:gd name="connsiteX153" fmla="*/ 327134 w 1950394"/>
              <a:gd name="connsiteY153" fmla="*/ 1296651 h 1950394"/>
              <a:gd name="connsiteX154" fmla="*/ 322490 w 1950394"/>
              <a:gd name="connsiteY154" fmla="*/ 1310583 h 1950394"/>
              <a:gd name="connsiteX155" fmla="*/ 359124 w 1950394"/>
              <a:gd name="connsiteY155" fmla="*/ 1374048 h 1950394"/>
              <a:gd name="connsiteX156" fmla="*/ 370992 w 1950394"/>
              <a:gd name="connsiteY156" fmla="*/ 1376628 h 1950394"/>
              <a:gd name="connsiteX157" fmla="*/ 433941 w 1950394"/>
              <a:gd name="connsiteY157" fmla="*/ 1348765 h 1950394"/>
              <a:gd name="connsiteX158" fmla="*/ 450452 w 1950394"/>
              <a:gd name="connsiteY158" fmla="*/ 1353925 h 1950394"/>
              <a:gd name="connsiteX159" fmla="*/ 474187 w 1950394"/>
              <a:gd name="connsiteY159" fmla="*/ 1384367 h 1950394"/>
              <a:gd name="connsiteX160" fmla="*/ 475219 w 1950394"/>
              <a:gd name="connsiteY160" fmla="*/ 1399331 h 1950394"/>
              <a:gd name="connsiteX161" fmla="*/ 432909 w 1950394"/>
              <a:gd name="connsiteY161" fmla="*/ 1452476 h 1950394"/>
              <a:gd name="connsiteX162" fmla="*/ 431877 w 1950394"/>
              <a:gd name="connsiteY162" fmla="*/ 1468471 h 1950394"/>
              <a:gd name="connsiteX163" fmla="*/ 481927 w 1950394"/>
              <a:gd name="connsiteY163" fmla="*/ 1518521 h 1950394"/>
              <a:gd name="connsiteX164" fmla="*/ 497922 w 1950394"/>
              <a:gd name="connsiteY164" fmla="*/ 1517489 h 1950394"/>
              <a:gd name="connsiteX165" fmla="*/ 550036 w 1950394"/>
              <a:gd name="connsiteY165" fmla="*/ 1475695 h 1950394"/>
              <a:gd name="connsiteX166" fmla="*/ 567063 w 1950394"/>
              <a:gd name="connsiteY166" fmla="*/ 1476211 h 1950394"/>
              <a:gd name="connsiteX167" fmla="*/ 596474 w 1950394"/>
              <a:gd name="connsiteY167" fmla="*/ 1498914 h 1950394"/>
              <a:gd name="connsiteX168" fmla="*/ 601634 w 1950394"/>
              <a:gd name="connsiteY168" fmla="*/ 1515426 h 1950394"/>
              <a:gd name="connsiteX169" fmla="*/ 574287 w 1950394"/>
              <a:gd name="connsiteY169" fmla="*/ 1577343 h 1950394"/>
              <a:gd name="connsiteX170" fmla="*/ 576867 w 1950394"/>
              <a:gd name="connsiteY170" fmla="*/ 1591274 h 1950394"/>
              <a:gd name="connsiteX171" fmla="*/ 639300 w 1950394"/>
              <a:gd name="connsiteY171" fmla="*/ 1627393 h 1950394"/>
              <a:gd name="connsiteX172" fmla="*/ 653747 w 1950394"/>
              <a:gd name="connsiteY172" fmla="*/ 1622233 h 1950394"/>
              <a:gd name="connsiteX173" fmla="*/ 693478 w 1950394"/>
              <a:gd name="connsiteY173" fmla="*/ 1568571 h 1950394"/>
              <a:gd name="connsiteX174" fmla="*/ 711537 w 1950394"/>
              <a:gd name="connsiteY174" fmla="*/ 1564959 h 1950394"/>
              <a:gd name="connsiteX175" fmla="*/ 743528 w 1950394"/>
              <a:gd name="connsiteY175" fmla="*/ 1578375 h 1950394"/>
              <a:gd name="connsiteX176" fmla="*/ 753847 w 1950394"/>
              <a:gd name="connsiteY176" fmla="*/ 1593854 h 1950394"/>
              <a:gd name="connsiteX177" fmla="*/ 744044 w 1950394"/>
              <a:gd name="connsiteY177" fmla="*/ 1658351 h 1950394"/>
              <a:gd name="connsiteX178" fmla="*/ 752299 w 1950394"/>
              <a:gd name="connsiteY178" fmla="*/ 1673831 h 1950394"/>
              <a:gd name="connsiteX179" fmla="*/ 818344 w 1950394"/>
              <a:gd name="connsiteY179" fmla="*/ 1691374 h 1950394"/>
              <a:gd name="connsiteX180" fmla="*/ 832276 w 1950394"/>
              <a:gd name="connsiteY180" fmla="*/ 1682602 h 1950394"/>
              <a:gd name="connsiteX181" fmla="*/ 857043 w 1950394"/>
              <a:gd name="connsiteY181" fmla="*/ 1619653 h 1950394"/>
              <a:gd name="connsiteX182" fmla="*/ 868910 w 1950394"/>
              <a:gd name="connsiteY182" fmla="*/ 1612429 h 1950394"/>
              <a:gd name="connsiteX183" fmla="*/ 908640 w 1950394"/>
              <a:gd name="connsiteY183" fmla="*/ 1617589 h 1950394"/>
              <a:gd name="connsiteX184" fmla="*/ 922056 w 1950394"/>
              <a:gd name="connsiteY184" fmla="*/ 1630488 h 1950394"/>
              <a:gd name="connsiteX185" fmla="*/ 929279 w 1950394"/>
              <a:gd name="connsiteY185" fmla="*/ 1692922 h 1950394"/>
              <a:gd name="connsiteX186" fmla="*/ 942695 w 1950394"/>
              <a:gd name="connsiteY186" fmla="*/ 1707369 h 1950394"/>
              <a:gd name="connsiteX187" fmla="*/ 1007192 w 1950394"/>
              <a:gd name="connsiteY187" fmla="*/ 1707369 h 1950394"/>
              <a:gd name="connsiteX188" fmla="*/ 1020607 w 1950394"/>
              <a:gd name="connsiteY188" fmla="*/ 1692406 h 1950394"/>
              <a:gd name="connsiteX189" fmla="*/ 1028347 w 1950394"/>
              <a:gd name="connsiteY189" fmla="*/ 1628941 h 1950394"/>
              <a:gd name="connsiteX190" fmla="*/ 1040215 w 1950394"/>
              <a:gd name="connsiteY190" fmla="*/ 1617589 h 1950394"/>
              <a:gd name="connsiteX191" fmla="*/ 1078397 w 1950394"/>
              <a:gd name="connsiteY191" fmla="*/ 1612429 h 1950394"/>
              <a:gd name="connsiteX192" fmla="*/ 1092844 w 1950394"/>
              <a:gd name="connsiteY192" fmla="*/ 1619653 h 1950394"/>
              <a:gd name="connsiteX193" fmla="*/ 1117095 w 1950394"/>
              <a:gd name="connsiteY193" fmla="*/ 1681570 h 1950394"/>
              <a:gd name="connsiteX194" fmla="*/ 1130511 w 1950394"/>
              <a:gd name="connsiteY194" fmla="*/ 1690858 h 1950394"/>
              <a:gd name="connsiteX195" fmla="*/ 1196556 w 1950394"/>
              <a:gd name="connsiteY195" fmla="*/ 1673315 h 1950394"/>
              <a:gd name="connsiteX196" fmla="*/ 1204811 w 1950394"/>
              <a:gd name="connsiteY196" fmla="*/ 1656803 h 1950394"/>
              <a:gd name="connsiteX197" fmla="*/ 1198104 w 1950394"/>
              <a:gd name="connsiteY197" fmla="*/ 1613977 h 1950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50394" h="1950394">
                <a:moveTo>
                  <a:pt x="977265" y="1954006"/>
                </a:moveTo>
                <a:cubicBezTo>
                  <a:pt x="444261" y="1950394"/>
                  <a:pt x="1552" y="1529873"/>
                  <a:pt x="4" y="977261"/>
                </a:cubicBezTo>
                <a:cubicBezTo>
                  <a:pt x="-1544" y="439613"/>
                  <a:pt x="427749" y="0"/>
                  <a:pt x="976749" y="0"/>
                </a:cubicBezTo>
                <a:cubicBezTo>
                  <a:pt x="1519041" y="0"/>
                  <a:pt x="1952978" y="432905"/>
                  <a:pt x="1953494" y="976229"/>
                </a:cubicBezTo>
                <a:cubicBezTo>
                  <a:pt x="1953494" y="1512846"/>
                  <a:pt x="1525749" y="1948330"/>
                  <a:pt x="977265" y="1954006"/>
                </a:cubicBezTo>
                <a:close/>
                <a:moveTo>
                  <a:pt x="1198104" y="1613977"/>
                </a:moveTo>
                <a:cubicBezTo>
                  <a:pt x="1198104" y="1578891"/>
                  <a:pt x="1194492" y="1586630"/>
                  <a:pt x="1221839" y="1574763"/>
                </a:cubicBezTo>
                <a:cubicBezTo>
                  <a:pt x="1228030" y="1572183"/>
                  <a:pt x="1234738" y="1569603"/>
                  <a:pt x="1240930" y="1566507"/>
                </a:cubicBezTo>
                <a:cubicBezTo>
                  <a:pt x="1247637" y="1562896"/>
                  <a:pt x="1252797" y="1563927"/>
                  <a:pt x="1257957" y="1569603"/>
                </a:cubicBezTo>
                <a:cubicBezTo>
                  <a:pt x="1272920" y="1586630"/>
                  <a:pt x="1290464" y="1602110"/>
                  <a:pt x="1298203" y="1624297"/>
                </a:cubicBezTo>
                <a:cubicBezTo>
                  <a:pt x="1300783" y="1631520"/>
                  <a:pt x="1304395" y="1633068"/>
                  <a:pt x="1311619" y="1629456"/>
                </a:cubicBezTo>
                <a:cubicBezTo>
                  <a:pt x="1333290" y="1618105"/>
                  <a:pt x="1354445" y="1605722"/>
                  <a:pt x="1375084" y="1592822"/>
                </a:cubicBezTo>
                <a:cubicBezTo>
                  <a:pt x="1382824" y="1588178"/>
                  <a:pt x="1381791" y="1584051"/>
                  <a:pt x="1377148" y="1578891"/>
                </a:cubicBezTo>
                <a:cubicBezTo>
                  <a:pt x="1361152" y="1560832"/>
                  <a:pt x="1356509" y="1537613"/>
                  <a:pt x="1349285" y="1515426"/>
                </a:cubicBezTo>
                <a:cubicBezTo>
                  <a:pt x="1347221" y="1509750"/>
                  <a:pt x="1348253" y="1505622"/>
                  <a:pt x="1353413" y="1502010"/>
                </a:cubicBezTo>
                <a:cubicBezTo>
                  <a:pt x="1364248" y="1493754"/>
                  <a:pt x="1375600" y="1485499"/>
                  <a:pt x="1385919" y="1476727"/>
                </a:cubicBezTo>
                <a:cubicBezTo>
                  <a:pt x="1391079" y="1472600"/>
                  <a:pt x="1395723" y="1473115"/>
                  <a:pt x="1400883" y="1476727"/>
                </a:cubicBezTo>
                <a:cubicBezTo>
                  <a:pt x="1419458" y="1489111"/>
                  <a:pt x="1440097" y="1498914"/>
                  <a:pt x="1452996" y="1518005"/>
                </a:cubicBezTo>
                <a:cubicBezTo>
                  <a:pt x="1457640" y="1525229"/>
                  <a:pt x="1463316" y="1525745"/>
                  <a:pt x="1470024" y="1519553"/>
                </a:cubicBezTo>
                <a:cubicBezTo>
                  <a:pt x="1487051" y="1503558"/>
                  <a:pt x="1503562" y="1487047"/>
                  <a:pt x="1519041" y="1470535"/>
                </a:cubicBezTo>
                <a:cubicBezTo>
                  <a:pt x="1525233" y="1464344"/>
                  <a:pt x="1525749" y="1458668"/>
                  <a:pt x="1518010" y="1453508"/>
                </a:cubicBezTo>
                <a:cubicBezTo>
                  <a:pt x="1498402" y="1440093"/>
                  <a:pt x="1488599" y="1418938"/>
                  <a:pt x="1475699" y="1400363"/>
                </a:cubicBezTo>
                <a:cubicBezTo>
                  <a:pt x="1472088" y="1395203"/>
                  <a:pt x="1472088" y="1391075"/>
                  <a:pt x="1476215" y="1386431"/>
                </a:cubicBezTo>
                <a:cubicBezTo>
                  <a:pt x="1484987" y="1375596"/>
                  <a:pt x="1493243" y="1364760"/>
                  <a:pt x="1501498" y="1353925"/>
                </a:cubicBezTo>
                <a:cubicBezTo>
                  <a:pt x="1505626" y="1348249"/>
                  <a:pt x="1510270" y="1348249"/>
                  <a:pt x="1515946" y="1349797"/>
                </a:cubicBezTo>
                <a:cubicBezTo>
                  <a:pt x="1538133" y="1357020"/>
                  <a:pt x="1560836" y="1362180"/>
                  <a:pt x="1579411" y="1377660"/>
                </a:cubicBezTo>
                <a:cubicBezTo>
                  <a:pt x="1584571" y="1382303"/>
                  <a:pt x="1588182" y="1382303"/>
                  <a:pt x="1592310" y="1375596"/>
                </a:cubicBezTo>
                <a:cubicBezTo>
                  <a:pt x="1605210" y="1354441"/>
                  <a:pt x="1617593" y="1333801"/>
                  <a:pt x="1628945" y="1312130"/>
                </a:cubicBezTo>
                <a:cubicBezTo>
                  <a:pt x="1632557" y="1304907"/>
                  <a:pt x="1631009" y="1300779"/>
                  <a:pt x="1623785" y="1298199"/>
                </a:cubicBezTo>
                <a:cubicBezTo>
                  <a:pt x="1605726" y="1291491"/>
                  <a:pt x="1591794" y="1278592"/>
                  <a:pt x="1577863" y="1265692"/>
                </a:cubicBezTo>
                <a:cubicBezTo>
                  <a:pt x="1560320" y="1248665"/>
                  <a:pt x="1560836" y="1253309"/>
                  <a:pt x="1571155" y="1230090"/>
                </a:cubicBezTo>
                <a:cubicBezTo>
                  <a:pt x="1574251" y="1222866"/>
                  <a:pt x="1577347" y="1215643"/>
                  <a:pt x="1579927" y="1208419"/>
                </a:cubicBezTo>
                <a:cubicBezTo>
                  <a:pt x="1582507" y="1200163"/>
                  <a:pt x="1587667" y="1197583"/>
                  <a:pt x="1596438" y="1197583"/>
                </a:cubicBezTo>
                <a:cubicBezTo>
                  <a:pt x="1618625" y="1198100"/>
                  <a:pt x="1640296" y="1197583"/>
                  <a:pt x="1660935" y="1207387"/>
                </a:cubicBezTo>
                <a:cubicBezTo>
                  <a:pt x="1668159" y="1210483"/>
                  <a:pt x="1672287" y="1209967"/>
                  <a:pt x="1675383" y="1201195"/>
                </a:cubicBezTo>
                <a:cubicBezTo>
                  <a:pt x="1682090" y="1178492"/>
                  <a:pt x="1688282" y="1155789"/>
                  <a:pt x="1693442" y="1132570"/>
                </a:cubicBezTo>
                <a:cubicBezTo>
                  <a:pt x="1695506" y="1123283"/>
                  <a:pt x="1692926" y="1119671"/>
                  <a:pt x="1684154" y="1119155"/>
                </a:cubicBezTo>
                <a:cubicBezTo>
                  <a:pt x="1660935" y="1117091"/>
                  <a:pt x="1641328" y="1104192"/>
                  <a:pt x="1621205" y="1093872"/>
                </a:cubicBezTo>
                <a:cubicBezTo>
                  <a:pt x="1616561" y="1091808"/>
                  <a:pt x="1613465" y="1088712"/>
                  <a:pt x="1614497" y="1083037"/>
                </a:cubicBezTo>
                <a:cubicBezTo>
                  <a:pt x="1616561" y="1069621"/>
                  <a:pt x="1618625" y="1055690"/>
                  <a:pt x="1620173" y="1042274"/>
                </a:cubicBezTo>
                <a:cubicBezTo>
                  <a:pt x="1621205" y="1034535"/>
                  <a:pt x="1625333" y="1031439"/>
                  <a:pt x="1632557" y="1029891"/>
                </a:cubicBezTo>
                <a:cubicBezTo>
                  <a:pt x="1653712" y="1025763"/>
                  <a:pt x="1673835" y="1018539"/>
                  <a:pt x="1696022" y="1022667"/>
                </a:cubicBezTo>
                <a:cubicBezTo>
                  <a:pt x="1704793" y="1024215"/>
                  <a:pt x="1708921" y="1020603"/>
                  <a:pt x="1709437" y="1010800"/>
                </a:cubicBezTo>
                <a:cubicBezTo>
                  <a:pt x="1710469" y="988612"/>
                  <a:pt x="1710985" y="966426"/>
                  <a:pt x="1709437" y="943723"/>
                </a:cubicBezTo>
                <a:cubicBezTo>
                  <a:pt x="1708921" y="933403"/>
                  <a:pt x="1704793" y="929791"/>
                  <a:pt x="1694990" y="931339"/>
                </a:cubicBezTo>
                <a:cubicBezTo>
                  <a:pt x="1680026" y="933919"/>
                  <a:pt x="1665063" y="931855"/>
                  <a:pt x="1650616" y="928243"/>
                </a:cubicBezTo>
                <a:cubicBezTo>
                  <a:pt x="1619141" y="919988"/>
                  <a:pt x="1621205" y="928243"/>
                  <a:pt x="1618109" y="892125"/>
                </a:cubicBezTo>
                <a:cubicBezTo>
                  <a:pt x="1617593" y="885933"/>
                  <a:pt x="1616561" y="880257"/>
                  <a:pt x="1615013" y="874582"/>
                </a:cubicBezTo>
                <a:cubicBezTo>
                  <a:pt x="1612949" y="866842"/>
                  <a:pt x="1616561" y="862714"/>
                  <a:pt x="1622753" y="859102"/>
                </a:cubicBezTo>
                <a:cubicBezTo>
                  <a:pt x="1642876" y="849299"/>
                  <a:pt x="1661967" y="836915"/>
                  <a:pt x="1684670" y="834851"/>
                </a:cubicBezTo>
                <a:cubicBezTo>
                  <a:pt x="1692410" y="834335"/>
                  <a:pt x="1696022" y="830724"/>
                  <a:pt x="1693442" y="821952"/>
                </a:cubicBezTo>
                <a:cubicBezTo>
                  <a:pt x="1687766" y="799249"/>
                  <a:pt x="1682090" y="776030"/>
                  <a:pt x="1674867" y="753327"/>
                </a:cubicBezTo>
                <a:cubicBezTo>
                  <a:pt x="1671771" y="744039"/>
                  <a:pt x="1667643" y="743007"/>
                  <a:pt x="1659903" y="746619"/>
                </a:cubicBezTo>
                <a:cubicBezTo>
                  <a:pt x="1638748" y="756423"/>
                  <a:pt x="1616561" y="755907"/>
                  <a:pt x="1594374" y="756423"/>
                </a:cubicBezTo>
                <a:cubicBezTo>
                  <a:pt x="1587667" y="756423"/>
                  <a:pt x="1583023" y="754359"/>
                  <a:pt x="1580443" y="747651"/>
                </a:cubicBezTo>
                <a:cubicBezTo>
                  <a:pt x="1575799" y="735784"/>
                  <a:pt x="1571155" y="724432"/>
                  <a:pt x="1565995" y="713081"/>
                </a:cubicBezTo>
                <a:cubicBezTo>
                  <a:pt x="1562900" y="705857"/>
                  <a:pt x="1564448" y="701213"/>
                  <a:pt x="1570123" y="696054"/>
                </a:cubicBezTo>
                <a:cubicBezTo>
                  <a:pt x="1586635" y="681090"/>
                  <a:pt x="1602114" y="664579"/>
                  <a:pt x="1623269" y="656323"/>
                </a:cubicBezTo>
                <a:cubicBezTo>
                  <a:pt x="1631009" y="653227"/>
                  <a:pt x="1632557" y="649616"/>
                  <a:pt x="1628429" y="641876"/>
                </a:cubicBezTo>
                <a:cubicBezTo>
                  <a:pt x="1617077" y="620721"/>
                  <a:pt x="1605210" y="599566"/>
                  <a:pt x="1592310" y="579443"/>
                </a:cubicBezTo>
                <a:cubicBezTo>
                  <a:pt x="1587667" y="572219"/>
                  <a:pt x="1584055" y="572219"/>
                  <a:pt x="1578379" y="576863"/>
                </a:cubicBezTo>
                <a:cubicBezTo>
                  <a:pt x="1564963" y="587698"/>
                  <a:pt x="1548968" y="594406"/>
                  <a:pt x="1532457" y="599050"/>
                </a:cubicBezTo>
                <a:cubicBezTo>
                  <a:pt x="1499950" y="607821"/>
                  <a:pt x="1510270" y="610917"/>
                  <a:pt x="1490147" y="585118"/>
                </a:cubicBezTo>
                <a:cubicBezTo>
                  <a:pt x="1486019" y="579443"/>
                  <a:pt x="1481891" y="574283"/>
                  <a:pt x="1477247" y="569123"/>
                </a:cubicBezTo>
                <a:cubicBezTo>
                  <a:pt x="1472088" y="563447"/>
                  <a:pt x="1472088" y="558288"/>
                  <a:pt x="1476731" y="552096"/>
                </a:cubicBezTo>
                <a:cubicBezTo>
                  <a:pt x="1489115" y="533521"/>
                  <a:pt x="1498918" y="513397"/>
                  <a:pt x="1518525" y="499982"/>
                </a:cubicBezTo>
                <a:cubicBezTo>
                  <a:pt x="1525233" y="495338"/>
                  <a:pt x="1525233" y="490178"/>
                  <a:pt x="1519557" y="483987"/>
                </a:cubicBezTo>
                <a:cubicBezTo>
                  <a:pt x="1503562" y="466960"/>
                  <a:pt x="1487051" y="450448"/>
                  <a:pt x="1470540" y="434453"/>
                </a:cubicBezTo>
                <a:cubicBezTo>
                  <a:pt x="1463316" y="427745"/>
                  <a:pt x="1458156" y="428261"/>
                  <a:pt x="1452480" y="436001"/>
                </a:cubicBezTo>
                <a:cubicBezTo>
                  <a:pt x="1443709" y="448384"/>
                  <a:pt x="1431841" y="457672"/>
                  <a:pt x="1418942" y="465412"/>
                </a:cubicBezTo>
                <a:cubicBezTo>
                  <a:pt x="1393143" y="481407"/>
                  <a:pt x="1393143" y="481407"/>
                  <a:pt x="1369408" y="463348"/>
                </a:cubicBezTo>
                <a:cubicBezTo>
                  <a:pt x="1364764" y="459736"/>
                  <a:pt x="1360121" y="455608"/>
                  <a:pt x="1354961" y="452512"/>
                </a:cubicBezTo>
                <a:cubicBezTo>
                  <a:pt x="1348253" y="448384"/>
                  <a:pt x="1347221" y="443225"/>
                  <a:pt x="1349801" y="436001"/>
                </a:cubicBezTo>
                <a:cubicBezTo>
                  <a:pt x="1357025" y="414330"/>
                  <a:pt x="1361668" y="391627"/>
                  <a:pt x="1377148" y="374084"/>
                </a:cubicBezTo>
                <a:cubicBezTo>
                  <a:pt x="1382307" y="368408"/>
                  <a:pt x="1381276" y="364280"/>
                  <a:pt x="1374052" y="360152"/>
                </a:cubicBezTo>
                <a:cubicBezTo>
                  <a:pt x="1353929" y="347769"/>
                  <a:pt x="1333806" y="335385"/>
                  <a:pt x="1312651" y="324550"/>
                </a:cubicBezTo>
                <a:cubicBezTo>
                  <a:pt x="1304911" y="320422"/>
                  <a:pt x="1299751" y="320422"/>
                  <a:pt x="1296655" y="329193"/>
                </a:cubicBezTo>
                <a:cubicBezTo>
                  <a:pt x="1288916" y="350865"/>
                  <a:pt x="1271888" y="365828"/>
                  <a:pt x="1256925" y="382855"/>
                </a:cubicBezTo>
                <a:cubicBezTo>
                  <a:pt x="1251249" y="389047"/>
                  <a:pt x="1246090" y="389563"/>
                  <a:pt x="1238866" y="386467"/>
                </a:cubicBezTo>
                <a:cubicBezTo>
                  <a:pt x="1228546" y="381307"/>
                  <a:pt x="1217711" y="377179"/>
                  <a:pt x="1206875" y="373052"/>
                </a:cubicBezTo>
                <a:cubicBezTo>
                  <a:pt x="1199136" y="370472"/>
                  <a:pt x="1196556" y="365312"/>
                  <a:pt x="1196556" y="357572"/>
                </a:cubicBezTo>
                <a:cubicBezTo>
                  <a:pt x="1197072" y="335385"/>
                  <a:pt x="1196556" y="313714"/>
                  <a:pt x="1206359" y="293075"/>
                </a:cubicBezTo>
                <a:cubicBezTo>
                  <a:pt x="1209971" y="285335"/>
                  <a:pt x="1208939" y="280692"/>
                  <a:pt x="1199652" y="278112"/>
                </a:cubicBezTo>
                <a:cubicBezTo>
                  <a:pt x="1176949" y="271404"/>
                  <a:pt x="1154246" y="265212"/>
                  <a:pt x="1131027" y="259537"/>
                </a:cubicBezTo>
                <a:cubicBezTo>
                  <a:pt x="1122255" y="257473"/>
                  <a:pt x="1119159" y="260569"/>
                  <a:pt x="1118127" y="268308"/>
                </a:cubicBezTo>
                <a:cubicBezTo>
                  <a:pt x="1116063" y="291527"/>
                  <a:pt x="1103164" y="311134"/>
                  <a:pt x="1093360" y="331258"/>
                </a:cubicBezTo>
                <a:cubicBezTo>
                  <a:pt x="1090780" y="336933"/>
                  <a:pt x="1086653" y="339513"/>
                  <a:pt x="1079945" y="338481"/>
                </a:cubicBezTo>
                <a:cubicBezTo>
                  <a:pt x="1067561" y="336417"/>
                  <a:pt x="1055178" y="334869"/>
                  <a:pt x="1042794" y="333837"/>
                </a:cubicBezTo>
                <a:cubicBezTo>
                  <a:pt x="1034539" y="332805"/>
                  <a:pt x="1029895" y="329193"/>
                  <a:pt x="1028347" y="320422"/>
                </a:cubicBezTo>
                <a:cubicBezTo>
                  <a:pt x="1024735" y="299783"/>
                  <a:pt x="1016996" y="279660"/>
                  <a:pt x="1021123" y="257989"/>
                </a:cubicBezTo>
                <a:cubicBezTo>
                  <a:pt x="1022671" y="248701"/>
                  <a:pt x="1019059" y="244057"/>
                  <a:pt x="1008740" y="243541"/>
                </a:cubicBezTo>
                <a:cubicBezTo>
                  <a:pt x="986553" y="242509"/>
                  <a:pt x="964366" y="242509"/>
                  <a:pt x="941663" y="243541"/>
                </a:cubicBezTo>
                <a:cubicBezTo>
                  <a:pt x="931859" y="244057"/>
                  <a:pt x="928247" y="248185"/>
                  <a:pt x="929795" y="256957"/>
                </a:cubicBezTo>
                <a:cubicBezTo>
                  <a:pt x="933923" y="279144"/>
                  <a:pt x="926184" y="299267"/>
                  <a:pt x="922572" y="320422"/>
                </a:cubicBezTo>
                <a:cubicBezTo>
                  <a:pt x="921024" y="328678"/>
                  <a:pt x="916896" y="332290"/>
                  <a:pt x="909156" y="333321"/>
                </a:cubicBezTo>
                <a:cubicBezTo>
                  <a:pt x="896773" y="334869"/>
                  <a:pt x="884389" y="335901"/>
                  <a:pt x="872006" y="337965"/>
                </a:cubicBezTo>
                <a:cubicBezTo>
                  <a:pt x="864782" y="339513"/>
                  <a:pt x="860654" y="336933"/>
                  <a:pt x="857559" y="330226"/>
                </a:cubicBezTo>
                <a:cubicBezTo>
                  <a:pt x="847755" y="310102"/>
                  <a:pt x="835371" y="291527"/>
                  <a:pt x="833308" y="268308"/>
                </a:cubicBezTo>
                <a:cubicBezTo>
                  <a:pt x="832276" y="259537"/>
                  <a:pt x="828664" y="256957"/>
                  <a:pt x="819892" y="259021"/>
                </a:cubicBezTo>
                <a:cubicBezTo>
                  <a:pt x="797705" y="264180"/>
                  <a:pt x="775518" y="269856"/>
                  <a:pt x="753847" y="276564"/>
                </a:cubicBezTo>
                <a:cubicBezTo>
                  <a:pt x="744044" y="279660"/>
                  <a:pt x="740948" y="283272"/>
                  <a:pt x="745591" y="293075"/>
                </a:cubicBezTo>
                <a:cubicBezTo>
                  <a:pt x="751783" y="308039"/>
                  <a:pt x="754879" y="323518"/>
                  <a:pt x="754879" y="339513"/>
                </a:cubicBezTo>
                <a:cubicBezTo>
                  <a:pt x="754879" y="367892"/>
                  <a:pt x="755395" y="367892"/>
                  <a:pt x="728564" y="378728"/>
                </a:cubicBezTo>
                <a:cubicBezTo>
                  <a:pt x="722888" y="380791"/>
                  <a:pt x="717213" y="383371"/>
                  <a:pt x="712053" y="385951"/>
                </a:cubicBezTo>
                <a:cubicBezTo>
                  <a:pt x="705345" y="389563"/>
                  <a:pt x="700185" y="388531"/>
                  <a:pt x="695026" y="382855"/>
                </a:cubicBezTo>
                <a:cubicBezTo>
                  <a:pt x="679546" y="365828"/>
                  <a:pt x="662519" y="350349"/>
                  <a:pt x="654779" y="328161"/>
                </a:cubicBezTo>
                <a:cubicBezTo>
                  <a:pt x="652200" y="320938"/>
                  <a:pt x="648588" y="319390"/>
                  <a:pt x="641364" y="323002"/>
                </a:cubicBezTo>
                <a:cubicBezTo>
                  <a:pt x="619693" y="334353"/>
                  <a:pt x="598538" y="346737"/>
                  <a:pt x="577899" y="359636"/>
                </a:cubicBezTo>
                <a:cubicBezTo>
                  <a:pt x="571707" y="363248"/>
                  <a:pt x="570159" y="366860"/>
                  <a:pt x="574803" y="372536"/>
                </a:cubicBezTo>
                <a:cubicBezTo>
                  <a:pt x="590798" y="390595"/>
                  <a:pt x="595958" y="413298"/>
                  <a:pt x="602666" y="435485"/>
                </a:cubicBezTo>
                <a:cubicBezTo>
                  <a:pt x="604730" y="442193"/>
                  <a:pt x="604214" y="446836"/>
                  <a:pt x="598022" y="450964"/>
                </a:cubicBezTo>
                <a:cubicBezTo>
                  <a:pt x="587702" y="458188"/>
                  <a:pt x="577383" y="466444"/>
                  <a:pt x="567579" y="474699"/>
                </a:cubicBezTo>
                <a:cubicBezTo>
                  <a:pt x="561388" y="479859"/>
                  <a:pt x="556744" y="478827"/>
                  <a:pt x="550552" y="474699"/>
                </a:cubicBezTo>
                <a:cubicBezTo>
                  <a:pt x="531977" y="462316"/>
                  <a:pt x="511854" y="451996"/>
                  <a:pt x="498438" y="432905"/>
                </a:cubicBezTo>
                <a:cubicBezTo>
                  <a:pt x="494310" y="426713"/>
                  <a:pt x="489151" y="426197"/>
                  <a:pt x="483475" y="431357"/>
                </a:cubicBezTo>
                <a:cubicBezTo>
                  <a:pt x="465932" y="447352"/>
                  <a:pt x="448904" y="464895"/>
                  <a:pt x="432393" y="482439"/>
                </a:cubicBezTo>
                <a:cubicBezTo>
                  <a:pt x="427233" y="488114"/>
                  <a:pt x="426717" y="493274"/>
                  <a:pt x="433425" y="497402"/>
                </a:cubicBezTo>
                <a:cubicBezTo>
                  <a:pt x="453032" y="510818"/>
                  <a:pt x="462836" y="531457"/>
                  <a:pt x="475735" y="550032"/>
                </a:cubicBezTo>
                <a:cubicBezTo>
                  <a:pt x="479863" y="555708"/>
                  <a:pt x="479863" y="560867"/>
                  <a:pt x="475219" y="566027"/>
                </a:cubicBezTo>
                <a:cubicBezTo>
                  <a:pt x="466964" y="576347"/>
                  <a:pt x="458708" y="587182"/>
                  <a:pt x="450968" y="597502"/>
                </a:cubicBezTo>
                <a:cubicBezTo>
                  <a:pt x="447357" y="602146"/>
                  <a:pt x="443745" y="603694"/>
                  <a:pt x="437553" y="601629"/>
                </a:cubicBezTo>
                <a:cubicBezTo>
                  <a:pt x="414850" y="594406"/>
                  <a:pt x="391631" y="589246"/>
                  <a:pt x="373056" y="573251"/>
                </a:cubicBezTo>
                <a:cubicBezTo>
                  <a:pt x="367896" y="568607"/>
                  <a:pt x="363768" y="568607"/>
                  <a:pt x="360156" y="575315"/>
                </a:cubicBezTo>
                <a:cubicBezTo>
                  <a:pt x="347257" y="596470"/>
                  <a:pt x="334358" y="617109"/>
                  <a:pt x="323522" y="638780"/>
                </a:cubicBezTo>
                <a:cubicBezTo>
                  <a:pt x="319910" y="646004"/>
                  <a:pt x="320942" y="650131"/>
                  <a:pt x="328166" y="652711"/>
                </a:cubicBezTo>
                <a:cubicBezTo>
                  <a:pt x="346225" y="659419"/>
                  <a:pt x="360672" y="672318"/>
                  <a:pt x="374088" y="685218"/>
                </a:cubicBezTo>
                <a:cubicBezTo>
                  <a:pt x="392147" y="702245"/>
                  <a:pt x="391115" y="698117"/>
                  <a:pt x="380795" y="720820"/>
                </a:cubicBezTo>
                <a:cubicBezTo>
                  <a:pt x="377700" y="728044"/>
                  <a:pt x="374604" y="735268"/>
                  <a:pt x="372024" y="742492"/>
                </a:cubicBezTo>
                <a:cubicBezTo>
                  <a:pt x="369444" y="750747"/>
                  <a:pt x="364284" y="753327"/>
                  <a:pt x="355513" y="753327"/>
                </a:cubicBezTo>
                <a:cubicBezTo>
                  <a:pt x="333326" y="752811"/>
                  <a:pt x="311655" y="753327"/>
                  <a:pt x="291015" y="743523"/>
                </a:cubicBezTo>
                <a:cubicBezTo>
                  <a:pt x="282760" y="739396"/>
                  <a:pt x="279148" y="742492"/>
                  <a:pt x="276568" y="751263"/>
                </a:cubicBezTo>
                <a:cubicBezTo>
                  <a:pt x="269860" y="773450"/>
                  <a:pt x="264185" y="796153"/>
                  <a:pt x="258509" y="818340"/>
                </a:cubicBezTo>
                <a:cubicBezTo>
                  <a:pt x="256445" y="827628"/>
                  <a:pt x="259025" y="831239"/>
                  <a:pt x="267796" y="831756"/>
                </a:cubicBezTo>
                <a:cubicBezTo>
                  <a:pt x="291015" y="833819"/>
                  <a:pt x="310623" y="846719"/>
                  <a:pt x="330746" y="857038"/>
                </a:cubicBezTo>
                <a:cubicBezTo>
                  <a:pt x="335905" y="859618"/>
                  <a:pt x="338485" y="863230"/>
                  <a:pt x="337453" y="869422"/>
                </a:cubicBezTo>
                <a:cubicBezTo>
                  <a:pt x="335389" y="881805"/>
                  <a:pt x="333842" y="894189"/>
                  <a:pt x="332810" y="906572"/>
                </a:cubicBezTo>
                <a:cubicBezTo>
                  <a:pt x="331778" y="915344"/>
                  <a:pt x="328166" y="919988"/>
                  <a:pt x="318878" y="922052"/>
                </a:cubicBezTo>
                <a:cubicBezTo>
                  <a:pt x="298239" y="925664"/>
                  <a:pt x="278116" y="932887"/>
                  <a:pt x="256445" y="929275"/>
                </a:cubicBezTo>
                <a:cubicBezTo>
                  <a:pt x="246125" y="927211"/>
                  <a:pt x="243029" y="932371"/>
                  <a:pt x="242514" y="942175"/>
                </a:cubicBezTo>
                <a:cubicBezTo>
                  <a:pt x="241482" y="963846"/>
                  <a:pt x="241482" y="985001"/>
                  <a:pt x="242514" y="1006672"/>
                </a:cubicBezTo>
                <a:cubicBezTo>
                  <a:pt x="243029" y="1018023"/>
                  <a:pt x="247157" y="1022667"/>
                  <a:pt x="257993" y="1020603"/>
                </a:cubicBezTo>
                <a:cubicBezTo>
                  <a:pt x="280180" y="1016475"/>
                  <a:pt x="300303" y="1024731"/>
                  <a:pt x="321458" y="1028343"/>
                </a:cubicBezTo>
                <a:cubicBezTo>
                  <a:pt x="327650" y="1029375"/>
                  <a:pt x="331262" y="1032987"/>
                  <a:pt x="331778" y="1039694"/>
                </a:cubicBezTo>
                <a:cubicBezTo>
                  <a:pt x="333326" y="1052594"/>
                  <a:pt x="334358" y="1065493"/>
                  <a:pt x="336937" y="1077877"/>
                </a:cubicBezTo>
                <a:cubicBezTo>
                  <a:pt x="338485" y="1085617"/>
                  <a:pt x="335905" y="1089744"/>
                  <a:pt x="329198" y="1093356"/>
                </a:cubicBezTo>
                <a:cubicBezTo>
                  <a:pt x="309075" y="1103676"/>
                  <a:pt x="289467" y="1115543"/>
                  <a:pt x="265733" y="1117607"/>
                </a:cubicBezTo>
                <a:cubicBezTo>
                  <a:pt x="257993" y="1118123"/>
                  <a:pt x="255929" y="1122251"/>
                  <a:pt x="257993" y="1129990"/>
                </a:cubicBezTo>
                <a:cubicBezTo>
                  <a:pt x="263669" y="1153209"/>
                  <a:pt x="269344" y="1175913"/>
                  <a:pt x="276568" y="1198615"/>
                </a:cubicBezTo>
                <a:cubicBezTo>
                  <a:pt x="279148" y="1207903"/>
                  <a:pt x="283276" y="1209451"/>
                  <a:pt x="291531" y="1205839"/>
                </a:cubicBezTo>
                <a:cubicBezTo>
                  <a:pt x="308559" y="1198100"/>
                  <a:pt x="327134" y="1196035"/>
                  <a:pt x="345709" y="1196035"/>
                </a:cubicBezTo>
                <a:cubicBezTo>
                  <a:pt x="371508" y="1196035"/>
                  <a:pt x="366348" y="1193456"/>
                  <a:pt x="375636" y="1216675"/>
                </a:cubicBezTo>
                <a:cubicBezTo>
                  <a:pt x="378216" y="1223382"/>
                  <a:pt x="380795" y="1230606"/>
                  <a:pt x="384407" y="1236798"/>
                </a:cubicBezTo>
                <a:cubicBezTo>
                  <a:pt x="389051" y="1245569"/>
                  <a:pt x="386987" y="1251761"/>
                  <a:pt x="379764" y="1257953"/>
                </a:cubicBezTo>
                <a:cubicBezTo>
                  <a:pt x="363252" y="1272400"/>
                  <a:pt x="348289" y="1288396"/>
                  <a:pt x="327134" y="1296651"/>
                </a:cubicBezTo>
                <a:cubicBezTo>
                  <a:pt x="319394" y="1299231"/>
                  <a:pt x="319394" y="1303875"/>
                  <a:pt x="322490" y="1310583"/>
                </a:cubicBezTo>
                <a:cubicBezTo>
                  <a:pt x="333842" y="1332254"/>
                  <a:pt x="346225" y="1353409"/>
                  <a:pt x="359124" y="1374048"/>
                </a:cubicBezTo>
                <a:cubicBezTo>
                  <a:pt x="362736" y="1379724"/>
                  <a:pt x="365832" y="1380755"/>
                  <a:pt x="370992" y="1376628"/>
                </a:cubicBezTo>
                <a:cubicBezTo>
                  <a:pt x="389051" y="1361148"/>
                  <a:pt x="412270" y="1355988"/>
                  <a:pt x="433941" y="1348765"/>
                </a:cubicBezTo>
                <a:cubicBezTo>
                  <a:pt x="441165" y="1346185"/>
                  <a:pt x="445809" y="1347217"/>
                  <a:pt x="450452" y="1353925"/>
                </a:cubicBezTo>
                <a:cubicBezTo>
                  <a:pt x="457676" y="1364760"/>
                  <a:pt x="465932" y="1374564"/>
                  <a:pt x="474187" y="1384367"/>
                </a:cubicBezTo>
                <a:cubicBezTo>
                  <a:pt x="478315" y="1389527"/>
                  <a:pt x="478831" y="1393655"/>
                  <a:pt x="475219" y="1399331"/>
                </a:cubicBezTo>
                <a:cubicBezTo>
                  <a:pt x="462320" y="1417906"/>
                  <a:pt x="452516" y="1439061"/>
                  <a:pt x="432909" y="1452476"/>
                </a:cubicBezTo>
                <a:cubicBezTo>
                  <a:pt x="426201" y="1457120"/>
                  <a:pt x="425685" y="1461764"/>
                  <a:pt x="431877" y="1468471"/>
                </a:cubicBezTo>
                <a:cubicBezTo>
                  <a:pt x="447873" y="1486015"/>
                  <a:pt x="464384" y="1502526"/>
                  <a:pt x="481927" y="1518521"/>
                </a:cubicBezTo>
                <a:cubicBezTo>
                  <a:pt x="488119" y="1524197"/>
                  <a:pt x="493279" y="1524197"/>
                  <a:pt x="497922" y="1517489"/>
                </a:cubicBezTo>
                <a:cubicBezTo>
                  <a:pt x="510822" y="1498398"/>
                  <a:pt x="531461" y="1488595"/>
                  <a:pt x="550036" y="1475695"/>
                </a:cubicBezTo>
                <a:cubicBezTo>
                  <a:pt x="556228" y="1471568"/>
                  <a:pt x="561388" y="1471568"/>
                  <a:pt x="567063" y="1476211"/>
                </a:cubicBezTo>
                <a:cubicBezTo>
                  <a:pt x="576867" y="1483951"/>
                  <a:pt x="586670" y="1491690"/>
                  <a:pt x="596474" y="1498914"/>
                </a:cubicBezTo>
                <a:cubicBezTo>
                  <a:pt x="602666" y="1503558"/>
                  <a:pt x="604214" y="1508202"/>
                  <a:pt x="601634" y="1515426"/>
                </a:cubicBezTo>
                <a:cubicBezTo>
                  <a:pt x="594926" y="1537097"/>
                  <a:pt x="589250" y="1559284"/>
                  <a:pt x="574287" y="1577343"/>
                </a:cubicBezTo>
                <a:cubicBezTo>
                  <a:pt x="569127" y="1583018"/>
                  <a:pt x="569643" y="1587146"/>
                  <a:pt x="576867" y="1591274"/>
                </a:cubicBezTo>
                <a:cubicBezTo>
                  <a:pt x="597506" y="1603658"/>
                  <a:pt x="618145" y="1616041"/>
                  <a:pt x="639300" y="1627393"/>
                </a:cubicBezTo>
                <a:cubicBezTo>
                  <a:pt x="647040" y="1631520"/>
                  <a:pt x="651168" y="1629973"/>
                  <a:pt x="653747" y="1622233"/>
                </a:cubicBezTo>
                <a:cubicBezTo>
                  <a:pt x="662003" y="1600562"/>
                  <a:pt x="678514" y="1585598"/>
                  <a:pt x="693478" y="1568571"/>
                </a:cubicBezTo>
                <a:cubicBezTo>
                  <a:pt x="699153" y="1562379"/>
                  <a:pt x="704313" y="1561864"/>
                  <a:pt x="711537" y="1564959"/>
                </a:cubicBezTo>
                <a:cubicBezTo>
                  <a:pt x="721856" y="1570119"/>
                  <a:pt x="732692" y="1574247"/>
                  <a:pt x="743528" y="1578375"/>
                </a:cubicBezTo>
                <a:cubicBezTo>
                  <a:pt x="751267" y="1580955"/>
                  <a:pt x="753847" y="1585598"/>
                  <a:pt x="753847" y="1593854"/>
                </a:cubicBezTo>
                <a:cubicBezTo>
                  <a:pt x="753331" y="1616041"/>
                  <a:pt x="753847" y="1637712"/>
                  <a:pt x="744044" y="1658351"/>
                </a:cubicBezTo>
                <a:cubicBezTo>
                  <a:pt x="739916" y="1667123"/>
                  <a:pt x="743012" y="1671251"/>
                  <a:pt x="752299" y="1673831"/>
                </a:cubicBezTo>
                <a:cubicBezTo>
                  <a:pt x="773970" y="1680538"/>
                  <a:pt x="796157" y="1686214"/>
                  <a:pt x="818344" y="1691374"/>
                </a:cubicBezTo>
                <a:cubicBezTo>
                  <a:pt x="827116" y="1693438"/>
                  <a:pt x="831760" y="1692406"/>
                  <a:pt x="832276" y="1682602"/>
                </a:cubicBezTo>
                <a:cubicBezTo>
                  <a:pt x="834340" y="1659383"/>
                  <a:pt x="846723" y="1639776"/>
                  <a:pt x="857043" y="1619653"/>
                </a:cubicBezTo>
                <a:cubicBezTo>
                  <a:pt x="859622" y="1614493"/>
                  <a:pt x="862718" y="1611397"/>
                  <a:pt x="868910" y="1612429"/>
                </a:cubicBezTo>
                <a:cubicBezTo>
                  <a:pt x="881809" y="1614493"/>
                  <a:pt x="895225" y="1616041"/>
                  <a:pt x="908640" y="1617589"/>
                </a:cubicBezTo>
                <a:cubicBezTo>
                  <a:pt x="916896" y="1618621"/>
                  <a:pt x="920508" y="1622749"/>
                  <a:pt x="922056" y="1630488"/>
                </a:cubicBezTo>
                <a:cubicBezTo>
                  <a:pt x="925668" y="1651128"/>
                  <a:pt x="933407" y="1671251"/>
                  <a:pt x="929279" y="1692922"/>
                </a:cubicBezTo>
                <a:cubicBezTo>
                  <a:pt x="927215" y="1703757"/>
                  <a:pt x="932375" y="1706853"/>
                  <a:pt x="942695" y="1707369"/>
                </a:cubicBezTo>
                <a:cubicBezTo>
                  <a:pt x="964366" y="1708401"/>
                  <a:pt x="985521" y="1708401"/>
                  <a:pt x="1007192" y="1707369"/>
                </a:cubicBezTo>
                <a:cubicBezTo>
                  <a:pt x="1018028" y="1706853"/>
                  <a:pt x="1022155" y="1702725"/>
                  <a:pt x="1020607" y="1692406"/>
                </a:cubicBezTo>
                <a:cubicBezTo>
                  <a:pt x="1016480" y="1670219"/>
                  <a:pt x="1024219" y="1650096"/>
                  <a:pt x="1028347" y="1628941"/>
                </a:cubicBezTo>
                <a:cubicBezTo>
                  <a:pt x="1029379" y="1621717"/>
                  <a:pt x="1033507" y="1618621"/>
                  <a:pt x="1040215" y="1617589"/>
                </a:cubicBezTo>
                <a:cubicBezTo>
                  <a:pt x="1053114" y="1616041"/>
                  <a:pt x="1066013" y="1615009"/>
                  <a:pt x="1078397" y="1612429"/>
                </a:cubicBezTo>
                <a:cubicBezTo>
                  <a:pt x="1085621" y="1611397"/>
                  <a:pt x="1089748" y="1613461"/>
                  <a:pt x="1092844" y="1619653"/>
                </a:cubicBezTo>
                <a:cubicBezTo>
                  <a:pt x="1102648" y="1639776"/>
                  <a:pt x="1115031" y="1658351"/>
                  <a:pt x="1117095" y="1681570"/>
                </a:cubicBezTo>
                <a:cubicBezTo>
                  <a:pt x="1118127" y="1690342"/>
                  <a:pt x="1121739" y="1692922"/>
                  <a:pt x="1130511" y="1690858"/>
                </a:cubicBezTo>
                <a:cubicBezTo>
                  <a:pt x="1152698" y="1685698"/>
                  <a:pt x="1174885" y="1680022"/>
                  <a:pt x="1196556" y="1673315"/>
                </a:cubicBezTo>
                <a:cubicBezTo>
                  <a:pt x="1206359" y="1670219"/>
                  <a:pt x="1209455" y="1666607"/>
                  <a:pt x="1204811" y="1656803"/>
                </a:cubicBezTo>
                <a:cubicBezTo>
                  <a:pt x="1200168" y="1643904"/>
                  <a:pt x="1196556" y="1627393"/>
                  <a:pt x="1198104" y="1613977"/>
                </a:cubicBezTo>
                <a:close/>
              </a:path>
            </a:pathLst>
          </a:custGeom>
          <a:solidFill>
            <a:schemeClr val="bg1"/>
          </a:solidFill>
          <a:ln w="515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B9507AB-3C37-4D88-B35B-F394E88D376E}"/>
              </a:ext>
            </a:extLst>
          </p:cNvPr>
          <p:cNvSpPr/>
          <p:nvPr/>
        </p:nvSpPr>
        <p:spPr>
          <a:xfrm>
            <a:off x="3620522" y="1735607"/>
            <a:ext cx="205845" cy="204771"/>
          </a:xfrm>
          <a:custGeom>
            <a:avLst/>
            <a:gdLst>
              <a:gd name="connsiteX0" fmla="*/ 185362 w 237706"/>
              <a:gd name="connsiteY0" fmla="*/ 130458 h 236466"/>
              <a:gd name="connsiteX1" fmla="*/ 237706 w 237706"/>
              <a:gd name="connsiteY1" fmla="*/ 130458 h 236466"/>
              <a:gd name="connsiteX2" fmla="*/ 234128 w 237706"/>
              <a:gd name="connsiteY2" fmla="*/ 154126 h 236466"/>
              <a:gd name="connsiteX3" fmla="*/ 165835 w 237706"/>
              <a:gd name="connsiteY3" fmla="*/ 229449 h 236466"/>
              <a:gd name="connsiteX4" fmla="*/ 131078 w 237706"/>
              <a:gd name="connsiteY4" fmla="*/ 236466 h 236466"/>
              <a:gd name="connsiteX5" fmla="*/ 131078 w 237706"/>
              <a:gd name="connsiteY5" fmla="*/ 186008 h 236466"/>
              <a:gd name="connsiteX6" fmla="*/ 146195 w 237706"/>
              <a:gd name="connsiteY6" fmla="*/ 182956 h 236466"/>
              <a:gd name="connsiteX7" fmla="*/ 177100 w 237706"/>
              <a:gd name="connsiteY7" fmla="*/ 157507 h 236466"/>
              <a:gd name="connsiteX8" fmla="*/ 0 w 237706"/>
              <a:gd name="connsiteY8" fmla="*/ 130458 h 236466"/>
              <a:gd name="connsiteX9" fmla="*/ 52344 w 237706"/>
              <a:gd name="connsiteY9" fmla="*/ 130458 h 236466"/>
              <a:gd name="connsiteX10" fmla="*/ 60606 w 237706"/>
              <a:gd name="connsiteY10" fmla="*/ 157507 h 236466"/>
              <a:gd name="connsiteX11" fmla="*/ 91511 w 237706"/>
              <a:gd name="connsiteY11" fmla="*/ 182956 h 236466"/>
              <a:gd name="connsiteX12" fmla="*/ 106628 w 237706"/>
              <a:gd name="connsiteY12" fmla="*/ 186008 h 236466"/>
              <a:gd name="connsiteX13" fmla="*/ 106628 w 237706"/>
              <a:gd name="connsiteY13" fmla="*/ 236466 h 236466"/>
              <a:gd name="connsiteX14" fmla="*/ 71871 w 237706"/>
              <a:gd name="connsiteY14" fmla="*/ 229449 h 236466"/>
              <a:gd name="connsiteX15" fmla="*/ 3579 w 237706"/>
              <a:gd name="connsiteY15" fmla="*/ 154126 h 236466"/>
              <a:gd name="connsiteX16" fmla="*/ 131078 w 237706"/>
              <a:gd name="connsiteY16" fmla="*/ 0 h 236466"/>
              <a:gd name="connsiteX17" fmla="*/ 165835 w 237706"/>
              <a:gd name="connsiteY17" fmla="*/ 7017 h 236466"/>
              <a:gd name="connsiteX18" fmla="*/ 234128 w 237706"/>
              <a:gd name="connsiteY18" fmla="*/ 82340 h 236466"/>
              <a:gd name="connsiteX19" fmla="*/ 237706 w 237706"/>
              <a:gd name="connsiteY19" fmla="*/ 106008 h 236466"/>
              <a:gd name="connsiteX20" fmla="*/ 185362 w 237706"/>
              <a:gd name="connsiteY20" fmla="*/ 106008 h 236466"/>
              <a:gd name="connsiteX21" fmla="*/ 177100 w 237706"/>
              <a:gd name="connsiteY21" fmla="*/ 78960 h 236466"/>
              <a:gd name="connsiteX22" fmla="*/ 146195 w 237706"/>
              <a:gd name="connsiteY22" fmla="*/ 53510 h 236466"/>
              <a:gd name="connsiteX23" fmla="*/ 131078 w 237706"/>
              <a:gd name="connsiteY23" fmla="*/ 50458 h 236466"/>
              <a:gd name="connsiteX24" fmla="*/ 106628 w 237706"/>
              <a:gd name="connsiteY24" fmla="*/ 0 h 236466"/>
              <a:gd name="connsiteX25" fmla="*/ 106628 w 237706"/>
              <a:gd name="connsiteY25" fmla="*/ 50458 h 236466"/>
              <a:gd name="connsiteX26" fmla="*/ 91511 w 237706"/>
              <a:gd name="connsiteY26" fmla="*/ 53510 h 236466"/>
              <a:gd name="connsiteX27" fmla="*/ 60606 w 237706"/>
              <a:gd name="connsiteY27" fmla="*/ 78960 h 236466"/>
              <a:gd name="connsiteX28" fmla="*/ 52344 w 237706"/>
              <a:gd name="connsiteY28" fmla="*/ 106008 h 236466"/>
              <a:gd name="connsiteX29" fmla="*/ 0 w 237706"/>
              <a:gd name="connsiteY29" fmla="*/ 106008 h 236466"/>
              <a:gd name="connsiteX30" fmla="*/ 3579 w 237706"/>
              <a:gd name="connsiteY30" fmla="*/ 82340 h 236466"/>
              <a:gd name="connsiteX31" fmla="*/ 71871 w 237706"/>
              <a:gd name="connsiteY31" fmla="*/ 7017 h 23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7706" h="236466">
                <a:moveTo>
                  <a:pt x="185362" y="130458"/>
                </a:moveTo>
                <a:lnTo>
                  <a:pt x="237706" y="130458"/>
                </a:lnTo>
                <a:lnTo>
                  <a:pt x="234128" y="154126"/>
                </a:lnTo>
                <a:cubicBezTo>
                  <a:pt x="223548" y="188141"/>
                  <a:pt x="198326" y="215706"/>
                  <a:pt x="165835" y="229449"/>
                </a:cubicBezTo>
                <a:lnTo>
                  <a:pt x="131078" y="236466"/>
                </a:lnTo>
                <a:lnTo>
                  <a:pt x="131078" y="186008"/>
                </a:lnTo>
                <a:lnTo>
                  <a:pt x="146195" y="182956"/>
                </a:lnTo>
                <a:cubicBezTo>
                  <a:pt x="158800" y="177624"/>
                  <a:pt x="169526" y="168717"/>
                  <a:pt x="177100" y="157507"/>
                </a:cubicBezTo>
                <a:close/>
                <a:moveTo>
                  <a:pt x="0" y="130458"/>
                </a:moveTo>
                <a:lnTo>
                  <a:pt x="52344" y="130458"/>
                </a:lnTo>
                <a:lnTo>
                  <a:pt x="60606" y="157507"/>
                </a:lnTo>
                <a:cubicBezTo>
                  <a:pt x="68180" y="168717"/>
                  <a:pt x="78906" y="177624"/>
                  <a:pt x="91511" y="182956"/>
                </a:cubicBezTo>
                <a:lnTo>
                  <a:pt x="106628" y="186008"/>
                </a:lnTo>
                <a:lnTo>
                  <a:pt x="106628" y="236466"/>
                </a:lnTo>
                <a:lnTo>
                  <a:pt x="71871" y="229449"/>
                </a:lnTo>
                <a:cubicBezTo>
                  <a:pt x="39380" y="215706"/>
                  <a:pt x="14159" y="188141"/>
                  <a:pt x="3579" y="154126"/>
                </a:cubicBezTo>
                <a:close/>
                <a:moveTo>
                  <a:pt x="131078" y="0"/>
                </a:moveTo>
                <a:lnTo>
                  <a:pt x="165835" y="7017"/>
                </a:lnTo>
                <a:cubicBezTo>
                  <a:pt x="198326" y="20760"/>
                  <a:pt x="223548" y="48325"/>
                  <a:pt x="234128" y="82340"/>
                </a:cubicBezTo>
                <a:lnTo>
                  <a:pt x="237706" y="106008"/>
                </a:lnTo>
                <a:lnTo>
                  <a:pt x="185362" y="106008"/>
                </a:lnTo>
                <a:lnTo>
                  <a:pt x="177100" y="78960"/>
                </a:lnTo>
                <a:cubicBezTo>
                  <a:pt x="169526" y="67749"/>
                  <a:pt x="158800" y="58842"/>
                  <a:pt x="146195" y="53510"/>
                </a:cubicBezTo>
                <a:lnTo>
                  <a:pt x="131078" y="50458"/>
                </a:lnTo>
                <a:close/>
                <a:moveTo>
                  <a:pt x="106628" y="0"/>
                </a:moveTo>
                <a:lnTo>
                  <a:pt x="106628" y="50458"/>
                </a:lnTo>
                <a:lnTo>
                  <a:pt x="91511" y="53510"/>
                </a:lnTo>
                <a:cubicBezTo>
                  <a:pt x="78906" y="58842"/>
                  <a:pt x="68180" y="67749"/>
                  <a:pt x="60606" y="78960"/>
                </a:cubicBezTo>
                <a:lnTo>
                  <a:pt x="52344" y="106008"/>
                </a:lnTo>
                <a:lnTo>
                  <a:pt x="0" y="106008"/>
                </a:lnTo>
                <a:lnTo>
                  <a:pt x="3579" y="82340"/>
                </a:lnTo>
                <a:cubicBezTo>
                  <a:pt x="14159" y="48325"/>
                  <a:pt x="39380" y="20760"/>
                  <a:pt x="71871" y="70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3" name="Oval 32">
            <a:extLst>
              <a:ext uri="{FF2B5EF4-FFF2-40B4-BE49-F238E27FC236}">
                <a16:creationId xmlns:a16="http://schemas.microsoft.com/office/drawing/2014/main" id="{4E1D1415-C04D-4B04-894B-0DACAB00CF83}"/>
              </a:ext>
            </a:extLst>
          </p:cNvPr>
          <p:cNvSpPr/>
          <p:nvPr/>
        </p:nvSpPr>
        <p:spPr>
          <a:xfrm>
            <a:off x="3689186" y="1803734"/>
            <a:ext cx="68517" cy="68517"/>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Top Corners Rounded 33">
            <a:extLst>
              <a:ext uri="{FF2B5EF4-FFF2-40B4-BE49-F238E27FC236}">
                <a16:creationId xmlns:a16="http://schemas.microsoft.com/office/drawing/2014/main" id="{4930E9EE-A029-4432-A909-6D41C8ABBA87}"/>
              </a:ext>
            </a:extLst>
          </p:cNvPr>
          <p:cNvSpPr/>
          <p:nvPr/>
        </p:nvSpPr>
        <p:spPr>
          <a:xfrm>
            <a:off x="3126222" y="3080302"/>
            <a:ext cx="1246034" cy="71186"/>
          </a:xfrm>
          <a:prstGeom prst="round2SameRect">
            <a:avLst>
              <a:gd name="adj1" fmla="val 50000"/>
              <a:gd name="adj2"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Top Corners Rounded 34">
            <a:extLst>
              <a:ext uri="{FF2B5EF4-FFF2-40B4-BE49-F238E27FC236}">
                <a16:creationId xmlns:a16="http://schemas.microsoft.com/office/drawing/2014/main" id="{9D3DBAE6-A187-408C-9B1B-2F6D5D6AEB72}"/>
              </a:ext>
            </a:extLst>
          </p:cNvPr>
          <p:cNvSpPr/>
          <p:nvPr/>
        </p:nvSpPr>
        <p:spPr>
          <a:xfrm>
            <a:off x="3288913" y="2828857"/>
            <a:ext cx="920653" cy="256032"/>
          </a:xfrm>
          <a:prstGeom prst="round2SameRect">
            <a:avLst>
              <a:gd name="adj1" fmla="val 50000"/>
              <a:gd name="adj2"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63CBFF0E-5897-4AF6-9083-120D02669595}"/>
              </a:ext>
            </a:extLst>
          </p:cNvPr>
          <p:cNvSpPr/>
          <p:nvPr/>
        </p:nvSpPr>
        <p:spPr>
          <a:xfrm>
            <a:off x="-1" y="3417122"/>
            <a:ext cx="12191853" cy="707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D1A64975-1C0D-43DB-B28F-106A015F4420}"/>
              </a:ext>
            </a:extLst>
          </p:cNvPr>
          <p:cNvSpPr/>
          <p:nvPr/>
        </p:nvSpPr>
        <p:spPr>
          <a:xfrm>
            <a:off x="147" y="5426893"/>
            <a:ext cx="12191853" cy="707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FFA7157-9D15-4357-AF8E-091BDDBE9CC9}"/>
              </a:ext>
            </a:extLst>
          </p:cNvPr>
          <p:cNvGrpSpPr/>
          <p:nvPr/>
        </p:nvGrpSpPr>
        <p:grpSpPr>
          <a:xfrm rot="18490567" flipH="1">
            <a:off x="5358525" y="1802958"/>
            <a:ext cx="485240" cy="343527"/>
            <a:chOff x="5405968" y="1533290"/>
            <a:chExt cx="611046" cy="424963"/>
          </a:xfrm>
        </p:grpSpPr>
        <p:sp>
          <p:nvSpPr>
            <p:cNvPr id="19" name="Trapezoid 18">
              <a:extLst>
                <a:ext uri="{FF2B5EF4-FFF2-40B4-BE49-F238E27FC236}">
                  <a16:creationId xmlns:a16="http://schemas.microsoft.com/office/drawing/2014/main" id="{4D77C9AF-BA17-47FC-8902-AE54771234AD}"/>
                </a:ext>
              </a:extLst>
            </p:cNvPr>
            <p:cNvSpPr/>
            <p:nvPr/>
          </p:nvSpPr>
          <p:spPr>
            <a:xfrm rot="5912136" flipH="1">
              <a:off x="5633173" y="1617814"/>
              <a:ext cx="141626" cy="93186"/>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rapezoid 19">
              <a:extLst>
                <a:ext uri="{FF2B5EF4-FFF2-40B4-BE49-F238E27FC236}">
                  <a16:creationId xmlns:a16="http://schemas.microsoft.com/office/drawing/2014/main" id="{46B1721D-1165-4A00-8863-347C1607B84E}"/>
                </a:ext>
              </a:extLst>
            </p:cNvPr>
            <p:cNvSpPr/>
            <p:nvPr/>
          </p:nvSpPr>
          <p:spPr>
            <a:xfrm rot="5912136" flipH="1">
              <a:off x="5438990" y="1500268"/>
              <a:ext cx="200130" cy="266173"/>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apezoid 20">
              <a:extLst>
                <a:ext uri="{FF2B5EF4-FFF2-40B4-BE49-F238E27FC236}">
                  <a16:creationId xmlns:a16="http://schemas.microsoft.com/office/drawing/2014/main" id="{DD16100A-E561-4888-AB5B-C20C546FC1C5}"/>
                </a:ext>
              </a:extLst>
            </p:cNvPr>
            <p:cNvSpPr/>
            <p:nvPr/>
          </p:nvSpPr>
          <p:spPr>
            <a:xfrm rot="7277434" flipH="1">
              <a:off x="5857778" y="1735728"/>
              <a:ext cx="103331" cy="96694"/>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rapezoid 21">
              <a:extLst>
                <a:ext uri="{FF2B5EF4-FFF2-40B4-BE49-F238E27FC236}">
                  <a16:creationId xmlns:a16="http://schemas.microsoft.com/office/drawing/2014/main" id="{E969C75F-590D-4E6E-BE43-E4228221B906}"/>
                </a:ext>
              </a:extLst>
            </p:cNvPr>
            <p:cNvSpPr/>
            <p:nvPr/>
          </p:nvSpPr>
          <p:spPr>
            <a:xfrm rot="7277434" flipH="1">
              <a:off x="5727739" y="1619233"/>
              <a:ext cx="146016" cy="194202"/>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rapezoid 22">
              <a:extLst>
                <a:ext uri="{FF2B5EF4-FFF2-40B4-BE49-F238E27FC236}">
                  <a16:creationId xmlns:a16="http://schemas.microsoft.com/office/drawing/2014/main" id="{40DB3B2D-12B0-4DE4-9F5B-2AA64B0CDE0F}"/>
                </a:ext>
              </a:extLst>
            </p:cNvPr>
            <p:cNvSpPr/>
            <p:nvPr/>
          </p:nvSpPr>
          <p:spPr>
            <a:xfrm rot="8867088" flipH="1">
              <a:off x="5923517" y="1775373"/>
              <a:ext cx="93497" cy="182880"/>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6" name="Group 35">
            <a:extLst>
              <a:ext uri="{FF2B5EF4-FFF2-40B4-BE49-F238E27FC236}">
                <a16:creationId xmlns:a16="http://schemas.microsoft.com/office/drawing/2014/main" id="{9F3BC3B0-8C89-4C8E-835C-640F128DD074}"/>
              </a:ext>
            </a:extLst>
          </p:cNvPr>
          <p:cNvGrpSpPr/>
          <p:nvPr/>
        </p:nvGrpSpPr>
        <p:grpSpPr>
          <a:xfrm rot="2713823">
            <a:off x="5532341" y="1541788"/>
            <a:ext cx="289218" cy="289219"/>
            <a:chOff x="5108323" y="1463792"/>
            <a:chExt cx="374636" cy="374638"/>
          </a:xfrm>
        </p:grpSpPr>
        <p:sp>
          <p:nvSpPr>
            <p:cNvPr id="37" name="Oval 36">
              <a:extLst>
                <a:ext uri="{FF2B5EF4-FFF2-40B4-BE49-F238E27FC236}">
                  <a16:creationId xmlns:a16="http://schemas.microsoft.com/office/drawing/2014/main" id="{152C56B7-BED9-4CDB-A198-433B01806A3A}"/>
                </a:ext>
              </a:extLst>
            </p:cNvPr>
            <p:cNvSpPr/>
            <p:nvPr/>
          </p:nvSpPr>
          <p:spPr>
            <a:xfrm>
              <a:off x="5108323" y="1463792"/>
              <a:ext cx="374636" cy="374638"/>
            </a:xfrm>
            <a:prstGeom prst="ellipse">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Shape 37">
              <a:extLst>
                <a:ext uri="{FF2B5EF4-FFF2-40B4-BE49-F238E27FC236}">
                  <a16:creationId xmlns:a16="http://schemas.microsoft.com/office/drawing/2014/main" id="{7E022E71-CC49-48DB-9441-5FE8C9DFA8F4}"/>
                </a:ext>
              </a:extLst>
            </p:cNvPr>
            <p:cNvSpPr/>
            <p:nvPr/>
          </p:nvSpPr>
          <p:spPr>
            <a:xfrm>
              <a:off x="5167785" y="1523587"/>
              <a:ext cx="255882" cy="255676"/>
            </a:xfrm>
            <a:custGeom>
              <a:avLst/>
              <a:gdLst>
                <a:gd name="connsiteX0" fmla="*/ 127864 w 255882"/>
                <a:gd name="connsiteY0" fmla="*/ 81461 h 255676"/>
                <a:gd name="connsiteX1" fmla="*/ 81805 w 255882"/>
                <a:gd name="connsiteY1" fmla="*/ 127520 h 255676"/>
                <a:gd name="connsiteX2" fmla="*/ 127864 w 255882"/>
                <a:gd name="connsiteY2" fmla="*/ 173579 h 255676"/>
                <a:gd name="connsiteX3" fmla="*/ 173923 w 255882"/>
                <a:gd name="connsiteY3" fmla="*/ 127520 h 255676"/>
                <a:gd name="connsiteX4" fmla="*/ 127864 w 255882"/>
                <a:gd name="connsiteY4" fmla="*/ 81461 h 255676"/>
                <a:gd name="connsiteX5" fmla="*/ 122296 w 255882"/>
                <a:gd name="connsiteY5" fmla="*/ 86 h 255676"/>
                <a:gd name="connsiteX6" fmla="*/ 127383 w 255882"/>
                <a:gd name="connsiteY6" fmla="*/ 4211 h 255676"/>
                <a:gd name="connsiteX7" fmla="*/ 132401 w 255882"/>
                <a:gd name="connsiteY7" fmla="*/ 21809 h 255676"/>
                <a:gd name="connsiteX8" fmla="*/ 145188 w 255882"/>
                <a:gd name="connsiteY8" fmla="*/ 29027 h 255676"/>
                <a:gd name="connsiteX9" fmla="*/ 149312 w 255882"/>
                <a:gd name="connsiteY9" fmla="*/ 25452 h 255676"/>
                <a:gd name="connsiteX10" fmla="*/ 158937 w 255882"/>
                <a:gd name="connsiteY10" fmla="*/ 9160 h 255676"/>
                <a:gd name="connsiteX11" fmla="*/ 166705 w 255882"/>
                <a:gd name="connsiteY11" fmla="*/ 5929 h 255676"/>
                <a:gd name="connsiteX12" fmla="*/ 174404 w 255882"/>
                <a:gd name="connsiteY12" fmla="*/ 18372 h 255676"/>
                <a:gd name="connsiteX13" fmla="*/ 172479 w 255882"/>
                <a:gd name="connsiteY13" fmla="*/ 34046 h 255676"/>
                <a:gd name="connsiteX14" fmla="*/ 172479 w 255882"/>
                <a:gd name="connsiteY14" fmla="*/ 35695 h 255676"/>
                <a:gd name="connsiteX15" fmla="*/ 186434 w 255882"/>
                <a:gd name="connsiteY15" fmla="*/ 41882 h 255676"/>
                <a:gd name="connsiteX16" fmla="*/ 201764 w 255882"/>
                <a:gd name="connsiteY16" fmla="*/ 30402 h 255676"/>
                <a:gd name="connsiteX17" fmla="*/ 211045 w 255882"/>
                <a:gd name="connsiteY17" fmla="*/ 30540 h 255676"/>
                <a:gd name="connsiteX18" fmla="*/ 212488 w 255882"/>
                <a:gd name="connsiteY18" fmla="*/ 31777 h 255676"/>
                <a:gd name="connsiteX19" fmla="*/ 214069 w 255882"/>
                <a:gd name="connsiteY19" fmla="*/ 42364 h 255676"/>
                <a:gd name="connsiteX20" fmla="*/ 205614 w 255882"/>
                <a:gd name="connsiteY20" fmla="*/ 57418 h 255676"/>
                <a:gd name="connsiteX21" fmla="*/ 206783 w 255882"/>
                <a:gd name="connsiteY21" fmla="*/ 67180 h 255676"/>
                <a:gd name="connsiteX22" fmla="*/ 215719 w 255882"/>
                <a:gd name="connsiteY22" fmla="*/ 70755 h 255676"/>
                <a:gd name="connsiteX23" fmla="*/ 233799 w 255882"/>
                <a:gd name="connsiteY23" fmla="*/ 66011 h 255676"/>
                <a:gd name="connsiteX24" fmla="*/ 241498 w 255882"/>
                <a:gd name="connsiteY24" fmla="*/ 68967 h 255676"/>
                <a:gd name="connsiteX25" fmla="*/ 243836 w 255882"/>
                <a:gd name="connsiteY25" fmla="*/ 73573 h 255676"/>
                <a:gd name="connsiteX26" fmla="*/ 241911 w 255882"/>
                <a:gd name="connsiteY26" fmla="*/ 80379 h 255676"/>
                <a:gd name="connsiteX27" fmla="*/ 226443 w 255882"/>
                <a:gd name="connsiteY27" fmla="*/ 92684 h 255676"/>
                <a:gd name="connsiteX28" fmla="*/ 223694 w 255882"/>
                <a:gd name="connsiteY28" fmla="*/ 100177 h 255676"/>
                <a:gd name="connsiteX29" fmla="*/ 224519 w 255882"/>
                <a:gd name="connsiteY29" fmla="*/ 103202 h 255676"/>
                <a:gd name="connsiteX30" fmla="*/ 230843 w 255882"/>
                <a:gd name="connsiteY30" fmla="*/ 108633 h 255676"/>
                <a:gd name="connsiteX31" fmla="*/ 249541 w 255882"/>
                <a:gd name="connsiteY31" fmla="*/ 111176 h 255676"/>
                <a:gd name="connsiteX32" fmla="*/ 255591 w 255882"/>
                <a:gd name="connsiteY32" fmla="*/ 117157 h 255676"/>
                <a:gd name="connsiteX33" fmla="*/ 255797 w 255882"/>
                <a:gd name="connsiteY33" fmla="*/ 122519 h 255676"/>
                <a:gd name="connsiteX34" fmla="*/ 251398 w 255882"/>
                <a:gd name="connsiteY34" fmla="*/ 127675 h 255676"/>
                <a:gd name="connsiteX35" fmla="*/ 233799 w 255882"/>
                <a:gd name="connsiteY35" fmla="*/ 132693 h 255676"/>
                <a:gd name="connsiteX36" fmla="*/ 226650 w 255882"/>
                <a:gd name="connsiteY36" fmla="*/ 144586 h 255676"/>
                <a:gd name="connsiteX37" fmla="*/ 230293 w 255882"/>
                <a:gd name="connsiteY37" fmla="*/ 149398 h 255676"/>
                <a:gd name="connsiteX38" fmla="*/ 246448 w 255882"/>
                <a:gd name="connsiteY38" fmla="*/ 158884 h 255676"/>
                <a:gd name="connsiteX39" fmla="*/ 249954 w 255882"/>
                <a:gd name="connsiteY39" fmla="*/ 167065 h 255676"/>
                <a:gd name="connsiteX40" fmla="*/ 249816 w 255882"/>
                <a:gd name="connsiteY40" fmla="*/ 167890 h 255676"/>
                <a:gd name="connsiteX41" fmla="*/ 240123 w 255882"/>
                <a:gd name="connsiteY41" fmla="*/ 174833 h 255676"/>
                <a:gd name="connsiteX42" fmla="*/ 223212 w 255882"/>
                <a:gd name="connsiteY42" fmla="*/ 172702 h 255676"/>
                <a:gd name="connsiteX43" fmla="*/ 214688 w 255882"/>
                <a:gd name="connsiteY43" fmla="*/ 177102 h 255676"/>
                <a:gd name="connsiteX44" fmla="*/ 214551 w 255882"/>
                <a:gd name="connsiteY44" fmla="*/ 187276 h 255676"/>
                <a:gd name="connsiteX45" fmla="*/ 225481 w 255882"/>
                <a:gd name="connsiteY45" fmla="*/ 201712 h 255676"/>
                <a:gd name="connsiteX46" fmla="*/ 225481 w 255882"/>
                <a:gd name="connsiteY46" fmla="*/ 211130 h 255676"/>
                <a:gd name="connsiteX47" fmla="*/ 225068 w 255882"/>
                <a:gd name="connsiteY47" fmla="*/ 211611 h 255676"/>
                <a:gd name="connsiteX48" fmla="*/ 213245 w 255882"/>
                <a:gd name="connsiteY48" fmla="*/ 213948 h 255676"/>
                <a:gd name="connsiteX49" fmla="*/ 198602 w 255882"/>
                <a:gd name="connsiteY49" fmla="*/ 205699 h 255676"/>
                <a:gd name="connsiteX50" fmla="*/ 188565 w 255882"/>
                <a:gd name="connsiteY50" fmla="*/ 207143 h 255676"/>
                <a:gd name="connsiteX51" fmla="*/ 185334 w 255882"/>
                <a:gd name="connsiteY51" fmla="*/ 216217 h 255676"/>
                <a:gd name="connsiteX52" fmla="*/ 190078 w 255882"/>
                <a:gd name="connsiteY52" fmla="*/ 234503 h 255676"/>
                <a:gd name="connsiteX53" fmla="*/ 187397 w 255882"/>
                <a:gd name="connsiteY53" fmla="*/ 241377 h 255676"/>
                <a:gd name="connsiteX54" fmla="*/ 182585 w 255882"/>
                <a:gd name="connsiteY54" fmla="*/ 243852 h 255676"/>
                <a:gd name="connsiteX55" fmla="*/ 175366 w 255882"/>
                <a:gd name="connsiteY55" fmla="*/ 241859 h 255676"/>
                <a:gd name="connsiteX56" fmla="*/ 164024 w 255882"/>
                <a:gd name="connsiteY56" fmla="*/ 227491 h 255676"/>
                <a:gd name="connsiteX57" fmla="*/ 149381 w 255882"/>
                <a:gd name="connsiteY57" fmla="*/ 226254 h 255676"/>
                <a:gd name="connsiteX58" fmla="*/ 147456 w 255882"/>
                <a:gd name="connsiteY58" fmla="*/ 230103 h 255676"/>
                <a:gd name="connsiteX59" fmla="*/ 144844 w 255882"/>
                <a:gd name="connsiteY59" fmla="*/ 249008 h 255676"/>
                <a:gd name="connsiteX60" fmla="*/ 139895 w 255882"/>
                <a:gd name="connsiteY60" fmla="*/ 255676 h 255676"/>
                <a:gd name="connsiteX61" fmla="*/ 131577 w 255882"/>
                <a:gd name="connsiteY61" fmla="*/ 255676 h 255676"/>
                <a:gd name="connsiteX62" fmla="*/ 127933 w 255882"/>
                <a:gd name="connsiteY62" fmla="*/ 250589 h 255676"/>
                <a:gd name="connsiteX63" fmla="*/ 122777 w 255882"/>
                <a:gd name="connsiteY63" fmla="*/ 232372 h 255676"/>
                <a:gd name="connsiteX64" fmla="*/ 116659 w 255882"/>
                <a:gd name="connsiteY64" fmla="*/ 227010 h 255676"/>
                <a:gd name="connsiteX65" fmla="*/ 112947 w 255882"/>
                <a:gd name="connsiteY65" fmla="*/ 226597 h 255676"/>
                <a:gd name="connsiteX66" fmla="*/ 106622 w 255882"/>
                <a:gd name="connsiteY66" fmla="*/ 230103 h 255676"/>
                <a:gd name="connsiteX67" fmla="*/ 105041 w 255882"/>
                <a:gd name="connsiteY67" fmla="*/ 232784 h 255676"/>
                <a:gd name="connsiteX68" fmla="*/ 96380 w 255882"/>
                <a:gd name="connsiteY68" fmla="*/ 247427 h 255676"/>
                <a:gd name="connsiteX69" fmla="*/ 89849 w 255882"/>
                <a:gd name="connsiteY69" fmla="*/ 250108 h 255676"/>
                <a:gd name="connsiteX70" fmla="*/ 84555 w 255882"/>
                <a:gd name="connsiteY70" fmla="*/ 248320 h 255676"/>
                <a:gd name="connsiteX71" fmla="*/ 80981 w 255882"/>
                <a:gd name="connsiteY71" fmla="*/ 241652 h 255676"/>
                <a:gd name="connsiteX72" fmla="*/ 83249 w 255882"/>
                <a:gd name="connsiteY72" fmla="*/ 222885 h 255676"/>
                <a:gd name="connsiteX73" fmla="*/ 78094 w 255882"/>
                <a:gd name="connsiteY73" fmla="*/ 214155 h 255676"/>
                <a:gd name="connsiteX74" fmla="*/ 68538 w 255882"/>
                <a:gd name="connsiteY74" fmla="*/ 214636 h 255676"/>
                <a:gd name="connsiteX75" fmla="*/ 55133 w 255882"/>
                <a:gd name="connsiteY75" fmla="*/ 224810 h 255676"/>
                <a:gd name="connsiteX76" fmla="*/ 43240 w 255882"/>
                <a:gd name="connsiteY76" fmla="*/ 224123 h 255676"/>
                <a:gd name="connsiteX77" fmla="*/ 42209 w 255882"/>
                <a:gd name="connsiteY77" fmla="*/ 223091 h 255676"/>
                <a:gd name="connsiteX78" fmla="*/ 41178 w 255882"/>
                <a:gd name="connsiteY78" fmla="*/ 214842 h 255676"/>
                <a:gd name="connsiteX79" fmla="*/ 50115 w 255882"/>
                <a:gd name="connsiteY79" fmla="*/ 198893 h 255676"/>
                <a:gd name="connsiteX80" fmla="*/ 51627 w 255882"/>
                <a:gd name="connsiteY80" fmla="*/ 194013 h 255676"/>
                <a:gd name="connsiteX81" fmla="*/ 39597 w 255882"/>
                <a:gd name="connsiteY81" fmla="*/ 185420 h 255676"/>
                <a:gd name="connsiteX82" fmla="*/ 21105 w 255882"/>
                <a:gd name="connsiteY82" fmla="*/ 190232 h 255676"/>
                <a:gd name="connsiteX83" fmla="*/ 15193 w 255882"/>
                <a:gd name="connsiteY83" fmla="*/ 188238 h 255676"/>
                <a:gd name="connsiteX84" fmla="*/ 12237 w 255882"/>
                <a:gd name="connsiteY84" fmla="*/ 183014 h 255676"/>
                <a:gd name="connsiteX85" fmla="*/ 14230 w 255882"/>
                <a:gd name="connsiteY85" fmla="*/ 175314 h 255676"/>
                <a:gd name="connsiteX86" fmla="*/ 27910 w 255882"/>
                <a:gd name="connsiteY86" fmla="*/ 164453 h 255676"/>
                <a:gd name="connsiteX87" fmla="*/ 31554 w 255882"/>
                <a:gd name="connsiteY87" fmla="*/ 153385 h 255676"/>
                <a:gd name="connsiteX88" fmla="*/ 24198 w 255882"/>
                <a:gd name="connsiteY88" fmla="*/ 147198 h 255676"/>
                <a:gd name="connsiteX89" fmla="*/ 6943 w 255882"/>
                <a:gd name="connsiteY89" fmla="*/ 144861 h 255676"/>
                <a:gd name="connsiteX90" fmla="*/ 138 w 255882"/>
                <a:gd name="connsiteY90" fmla="*/ 140049 h 255676"/>
                <a:gd name="connsiteX91" fmla="*/ 0 w 255882"/>
                <a:gd name="connsiteY91" fmla="*/ 131525 h 255676"/>
                <a:gd name="connsiteX92" fmla="*/ 5019 w 255882"/>
                <a:gd name="connsiteY92" fmla="*/ 127881 h 255676"/>
                <a:gd name="connsiteX93" fmla="*/ 22617 w 255882"/>
                <a:gd name="connsiteY93" fmla="*/ 122931 h 255676"/>
                <a:gd name="connsiteX94" fmla="*/ 28667 w 255882"/>
                <a:gd name="connsiteY94" fmla="*/ 116194 h 255676"/>
                <a:gd name="connsiteX95" fmla="*/ 29010 w 255882"/>
                <a:gd name="connsiteY95" fmla="*/ 113307 h 255676"/>
                <a:gd name="connsiteX96" fmla="*/ 25229 w 255882"/>
                <a:gd name="connsiteY96" fmla="*/ 106295 h 255676"/>
                <a:gd name="connsiteX97" fmla="*/ 9281 w 255882"/>
                <a:gd name="connsiteY97" fmla="*/ 96946 h 255676"/>
                <a:gd name="connsiteX98" fmla="*/ 5843 w 255882"/>
                <a:gd name="connsiteY98" fmla="*/ 88560 h 255676"/>
                <a:gd name="connsiteX99" fmla="*/ 6187 w 255882"/>
                <a:gd name="connsiteY99" fmla="*/ 87391 h 255676"/>
                <a:gd name="connsiteX100" fmla="*/ 15261 w 255882"/>
                <a:gd name="connsiteY100" fmla="*/ 81135 h 255676"/>
                <a:gd name="connsiteX101" fmla="*/ 32173 w 255882"/>
                <a:gd name="connsiteY101" fmla="*/ 83060 h 255676"/>
                <a:gd name="connsiteX102" fmla="*/ 40834 w 255882"/>
                <a:gd name="connsiteY102" fmla="*/ 79073 h 255676"/>
                <a:gd name="connsiteX103" fmla="*/ 40147 w 255882"/>
                <a:gd name="connsiteY103" fmla="*/ 67318 h 255676"/>
                <a:gd name="connsiteX104" fmla="*/ 29629 w 255882"/>
                <a:gd name="connsiteY104" fmla="*/ 53363 h 255676"/>
                <a:gd name="connsiteX105" fmla="*/ 29629 w 255882"/>
                <a:gd name="connsiteY105" fmla="*/ 45595 h 255676"/>
                <a:gd name="connsiteX106" fmla="*/ 33066 w 255882"/>
                <a:gd name="connsiteY106" fmla="*/ 41745 h 255676"/>
                <a:gd name="connsiteX107" fmla="*/ 40422 w 255882"/>
                <a:gd name="connsiteY107" fmla="*/ 40920 h 255676"/>
                <a:gd name="connsiteX108" fmla="*/ 56027 w 255882"/>
                <a:gd name="connsiteY108" fmla="*/ 49719 h 255676"/>
                <a:gd name="connsiteX109" fmla="*/ 69982 w 255882"/>
                <a:gd name="connsiteY109" fmla="*/ 45801 h 255676"/>
                <a:gd name="connsiteX110" fmla="*/ 70325 w 255882"/>
                <a:gd name="connsiteY110" fmla="*/ 39751 h 255676"/>
                <a:gd name="connsiteX111" fmla="*/ 65788 w 255882"/>
                <a:gd name="connsiteY111" fmla="*/ 22221 h 255676"/>
                <a:gd name="connsiteX112" fmla="*/ 69088 w 255882"/>
                <a:gd name="connsiteY112" fmla="*/ 14110 h 255676"/>
                <a:gd name="connsiteX113" fmla="*/ 71632 w 255882"/>
                <a:gd name="connsiteY113" fmla="*/ 12735 h 255676"/>
                <a:gd name="connsiteX114" fmla="*/ 81118 w 255882"/>
                <a:gd name="connsiteY114" fmla="*/ 15072 h 255676"/>
                <a:gd name="connsiteX115" fmla="*/ 92049 w 255882"/>
                <a:gd name="connsiteY115" fmla="*/ 28958 h 255676"/>
                <a:gd name="connsiteX116" fmla="*/ 106966 w 255882"/>
                <a:gd name="connsiteY116" fmla="*/ 28890 h 255676"/>
                <a:gd name="connsiteX117" fmla="*/ 108754 w 255882"/>
                <a:gd name="connsiteY117" fmla="*/ 22565 h 255676"/>
                <a:gd name="connsiteX118" fmla="*/ 110953 w 255882"/>
                <a:gd name="connsiteY118" fmla="*/ 6479 h 255676"/>
                <a:gd name="connsiteX119" fmla="*/ 116934 w 255882"/>
                <a:gd name="connsiteY119" fmla="*/ 292 h 255676"/>
                <a:gd name="connsiteX120" fmla="*/ 122296 w 255882"/>
                <a:gd name="connsiteY120" fmla="*/ 86 h 25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255882" h="255676">
                  <a:moveTo>
                    <a:pt x="127864" y="81461"/>
                  </a:moveTo>
                  <a:cubicBezTo>
                    <a:pt x="102426" y="81461"/>
                    <a:pt x="81805" y="102082"/>
                    <a:pt x="81805" y="127520"/>
                  </a:cubicBezTo>
                  <a:cubicBezTo>
                    <a:pt x="81805" y="152958"/>
                    <a:pt x="102426" y="173579"/>
                    <a:pt x="127864" y="173579"/>
                  </a:cubicBezTo>
                  <a:cubicBezTo>
                    <a:pt x="153302" y="173579"/>
                    <a:pt x="173923" y="152958"/>
                    <a:pt x="173923" y="127520"/>
                  </a:cubicBezTo>
                  <a:cubicBezTo>
                    <a:pt x="173923" y="102082"/>
                    <a:pt x="153302" y="81461"/>
                    <a:pt x="127864" y="81461"/>
                  </a:cubicBezTo>
                  <a:close/>
                  <a:moveTo>
                    <a:pt x="122296" y="86"/>
                  </a:moveTo>
                  <a:cubicBezTo>
                    <a:pt x="124908" y="223"/>
                    <a:pt x="126696" y="1598"/>
                    <a:pt x="127383" y="4211"/>
                  </a:cubicBezTo>
                  <a:cubicBezTo>
                    <a:pt x="129033" y="10054"/>
                    <a:pt x="130752" y="15966"/>
                    <a:pt x="132401" y="21809"/>
                  </a:cubicBezTo>
                  <a:cubicBezTo>
                    <a:pt x="134120" y="27790"/>
                    <a:pt x="139070" y="30608"/>
                    <a:pt x="145188" y="29027"/>
                  </a:cubicBezTo>
                  <a:cubicBezTo>
                    <a:pt x="147181" y="28546"/>
                    <a:pt x="148350" y="27102"/>
                    <a:pt x="149312" y="25452"/>
                  </a:cubicBezTo>
                  <a:cubicBezTo>
                    <a:pt x="152475" y="20022"/>
                    <a:pt x="155706" y="14591"/>
                    <a:pt x="158937" y="9160"/>
                  </a:cubicBezTo>
                  <a:cubicBezTo>
                    <a:pt x="160999" y="5654"/>
                    <a:pt x="162786" y="4898"/>
                    <a:pt x="166705" y="5929"/>
                  </a:cubicBezTo>
                  <a:cubicBezTo>
                    <a:pt x="174542" y="7923"/>
                    <a:pt x="175573" y="9641"/>
                    <a:pt x="174404" y="18372"/>
                  </a:cubicBezTo>
                  <a:cubicBezTo>
                    <a:pt x="173717" y="23596"/>
                    <a:pt x="173098" y="28821"/>
                    <a:pt x="172479" y="34046"/>
                  </a:cubicBezTo>
                  <a:cubicBezTo>
                    <a:pt x="172410" y="34595"/>
                    <a:pt x="172410" y="35145"/>
                    <a:pt x="172479" y="35695"/>
                  </a:cubicBezTo>
                  <a:cubicBezTo>
                    <a:pt x="173373" y="41264"/>
                    <a:pt x="181828" y="45113"/>
                    <a:pt x="186434" y="41882"/>
                  </a:cubicBezTo>
                  <a:cubicBezTo>
                    <a:pt x="191659" y="38170"/>
                    <a:pt x="196677" y="34252"/>
                    <a:pt x="201764" y="30402"/>
                  </a:cubicBezTo>
                  <a:cubicBezTo>
                    <a:pt x="205476" y="27584"/>
                    <a:pt x="207333" y="27652"/>
                    <a:pt x="211045" y="30540"/>
                  </a:cubicBezTo>
                  <a:cubicBezTo>
                    <a:pt x="211526" y="30952"/>
                    <a:pt x="212007" y="31296"/>
                    <a:pt x="212488" y="31777"/>
                  </a:cubicBezTo>
                  <a:cubicBezTo>
                    <a:pt x="216819" y="35902"/>
                    <a:pt x="217025" y="37139"/>
                    <a:pt x="214069" y="42364"/>
                  </a:cubicBezTo>
                  <a:cubicBezTo>
                    <a:pt x="211251" y="47382"/>
                    <a:pt x="208570" y="52469"/>
                    <a:pt x="205614" y="57418"/>
                  </a:cubicBezTo>
                  <a:cubicBezTo>
                    <a:pt x="203483" y="61062"/>
                    <a:pt x="204445" y="64087"/>
                    <a:pt x="206783" y="67180"/>
                  </a:cubicBezTo>
                  <a:cubicBezTo>
                    <a:pt x="209120" y="70274"/>
                    <a:pt x="211801" y="71786"/>
                    <a:pt x="215719" y="70755"/>
                  </a:cubicBezTo>
                  <a:cubicBezTo>
                    <a:pt x="221769" y="69174"/>
                    <a:pt x="227818" y="67661"/>
                    <a:pt x="233799" y="66011"/>
                  </a:cubicBezTo>
                  <a:cubicBezTo>
                    <a:pt x="237649" y="64980"/>
                    <a:pt x="239367" y="65599"/>
                    <a:pt x="241498" y="68967"/>
                  </a:cubicBezTo>
                  <a:cubicBezTo>
                    <a:pt x="242461" y="70411"/>
                    <a:pt x="243286" y="71923"/>
                    <a:pt x="243836" y="73573"/>
                  </a:cubicBezTo>
                  <a:cubicBezTo>
                    <a:pt x="244867" y="76529"/>
                    <a:pt x="244385" y="78385"/>
                    <a:pt x="241911" y="80379"/>
                  </a:cubicBezTo>
                  <a:cubicBezTo>
                    <a:pt x="236755" y="84504"/>
                    <a:pt x="231668" y="88628"/>
                    <a:pt x="226443" y="92684"/>
                  </a:cubicBezTo>
                  <a:cubicBezTo>
                    <a:pt x="223831" y="94678"/>
                    <a:pt x="223144" y="97152"/>
                    <a:pt x="223694" y="100177"/>
                  </a:cubicBezTo>
                  <a:cubicBezTo>
                    <a:pt x="223900" y="101208"/>
                    <a:pt x="224244" y="102171"/>
                    <a:pt x="224519" y="103202"/>
                  </a:cubicBezTo>
                  <a:cubicBezTo>
                    <a:pt x="225412" y="106433"/>
                    <a:pt x="227543" y="108220"/>
                    <a:pt x="230843" y="108633"/>
                  </a:cubicBezTo>
                  <a:cubicBezTo>
                    <a:pt x="237099" y="109458"/>
                    <a:pt x="243354" y="110351"/>
                    <a:pt x="249541" y="111176"/>
                  </a:cubicBezTo>
                  <a:cubicBezTo>
                    <a:pt x="253254" y="111657"/>
                    <a:pt x="255178" y="113445"/>
                    <a:pt x="255591" y="117157"/>
                  </a:cubicBezTo>
                  <a:cubicBezTo>
                    <a:pt x="255797" y="118944"/>
                    <a:pt x="256003" y="120732"/>
                    <a:pt x="255797" y="122519"/>
                  </a:cubicBezTo>
                  <a:cubicBezTo>
                    <a:pt x="255453" y="125337"/>
                    <a:pt x="254010" y="126919"/>
                    <a:pt x="251398" y="127675"/>
                  </a:cubicBezTo>
                  <a:cubicBezTo>
                    <a:pt x="245554" y="129325"/>
                    <a:pt x="239642" y="130974"/>
                    <a:pt x="233799" y="132693"/>
                  </a:cubicBezTo>
                  <a:cubicBezTo>
                    <a:pt x="228093" y="134343"/>
                    <a:pt x="225481" y="138674"/>
                    <a:pt x="226650" y="144586"/>
                  </a:cubicBezTo>
                  <a:cubicBezTo>
                    <a:pt x="227062" y="146854"/>
                    <a:pt x="228368" y="148298"/>
                    <a:pt x="230293" y="149398"/>
                  </a:cubicBezTo>
                  <a:cubicBezTo>
                    <a:pt x="235655" y="152560"/>
                    <a:pt x="241017" y="155722"/>
                    <a:pt x="246448" y="158884"/>
                  </a:cubicBezTo>
                  <a:cubicBezTo>
                    <a:pt x="250435" y="161222"/>
                    <a:pt x="251054" y="162597"/>
                    <a:pt x="249954" y="167065"/>
                  </a:cubicBezTo>
                  <a:cubicBezTo>
                    <a:pt x="249885" y="167340"/>
                    <a:pt x="249885" y="167615"/>
                    <a:pt x="249816" y="167890"/>
                  </a:cubicBezTo>
                  <a:cubicBezTo>
                    <a:pt x="248166" y="173321"/>
                    <a:pt x="246310" y="176002"/>
                    <a:pt x="240123" y="174833"/>
                  </a:cubicBezTo>
                  <a:cubicBezTo>
                    <a:pt x="234555" y="173733"/>
                    <a:pt x="228849" y="173527"/>
                    <a:pt x="223212" y="172702"/>
                  </a:cubicBezTo>
                  <a:cubicBezTo>
                    <a:pt x="219225" y="172152"/>
                    <a:pt x="216613" y="173733"/>
                    <a:pt x="214688" y="177102"/>
                  </a:cubicBezTo>
                  <a:cubicBezTo>
                    <a:pt x="212695" y="180539"/>
                    <a:pt x="211801" y="183770"/>
                    <a:pt x="214551" y="187276"/>
                  </a:cubicBezTo>
                  <a:cubicBezTo>
                    <a:pt x="218263" y="192019"/>
                    <a:pt x="221838" y="196900"/>
                    <a:pt x="225481" y="201712"/>
                  </a:cubicBezTo>
                  <a:cubicBezTo>
                    <a:pt x="228506" y="205630"/>
                    <a:pt x="228506" y="207212"/>
                    <a:pt x="225481" y="211130"/>
                  </a:cubicBezTo>
                  <a:cubicBezTo>
                    <a:pt x="225343" y="211267"/>
                    <a:pt x="225206" y="211474"/>
                    <a:pt x="225068" y="211611"/>
                  </a:cubicBezTo>
                  <a:cubicBezTo>
                    <a:pt x="221081" y="215873"/>
                    <a:pt x="219500" y="217729"/>
                    <a:pt x="213245" y="213948"/>
                  </a:cubicBezTo>
                  <a:cubicBezTo>
                    <a:pt x="208432" y="211061"/>
                    <a:pt x="203345" y="208586"/>
                    <a:pt x="198602" y="205699"/>
                  </a:cubicBezTo>
                  <a:cubicBezTo>
                    <a:pt x="194684" y="203362"/>
                    <a:pt x="191659" y="204737"/>
                    <a:pt x="188565" y="207143"/>
                  </a:cubicBezTo>
                  <a:cubicBezTo>
                    <a:pt x="185472" y="209480"/>
                    <a:pt x="184234" y="212299"/>
                    <a:pt x="185334" y="216217"/>
                  </a:cubicBezTo>
                  <a:cubicBezTo>
                    <a:pt x="187053" y="222267"/>
                    <a:pt x="188565" y="228385"/>
                    <a:pt x="190078" y="234503"/>
                  </a:cubicBezTo>
                  <a:cubicBezTo>
                    <a:pt x="190903" y="237803"/>
                    <a:pt x="190215" y="239590"/>
                    <a:pt x="187397" y="241377"/>
                  </a:cubicBezTo>
                  <a:cubicBezTo>
                    <a:pt x="185884" y="242340"/>
                    <a:pt x="184303" y="243233"/>
                    <a:pt x="182585" y="243852"/>
                  </a:cubicBezTo>
                  <a:cubicBezTo>
                    <a:pt x="179560" y="244952"/>
                    <a:pt x="177360" y="244402"/>
                    <a:pt x="175366" y="241859"/>
                  </a:cubicBezTo>
                  <a:cubicBezTo>
                    <a:pt x="171585" y="237115"/>
                    <a:pt x="167805" y="232303"/>
                    <a:pt x="164024" y="227491"/>
                  </a:cubicBezTo>
                  <a:cubicBezTo>
                    <a:pt x="160380" y="222954"/>
                    <a:pt x="153781" y="222335"/>
                    <a:pt x="149381" y="226254"/>
                  </a:cubicBezTo>
                  <a:cubicBezTo>
                    <a:pt x="148213" y="227285"/>
                    <a:pt x="147663" y="228591"/>
                    <a:pt x="147456" y="230103"/>
                  </a:cubicBezTo>
                  <a:cubicBezTo>
                    <a:pt x="146563" y="236428"/>
                    <a:pt x="145532" y="242683"/>
                    <a:pt x="144844" y="249008"/>
                  </a:cubicBezTo>
                  <a:cubicBezTo>
                    <a:pt x="144432" y="252308"/>
                    <a:pt x="143126" y="254645"/>
                    <a:pt x="139895" y="255676"/>
                  </a:cubicBezTo>
                  <a:cubicBezTo>
                    <a:pt x="137145" y="255676"/>
                    <a:pt x="134326" y="255676"/>
                    <a:pt x="131577" y="255676"/>
                  </a:cubicBezTo>
                  <a:cubicBezTo>
                    <a:pt x="129652" y="254507"/>
                    <a:pt x="128552" y="252789"/>
                    <a:pt x="127933" y="250589"/>
                  </a:cubicBezTo>
                  <a:cubicBezTo>
                    <a:pt x="126283" y="244540"/>
                    <a:pt x="124427" y="238490"/>
                    <a:pt x="122777" y="232372"/>
                  </a:cubicBezTo>
                  <a:cubicBezTo>
                    <a:pt x="121884" y="229141"/>
                    <a:pt x="119890" y="227422"/>
                    <a:pt x="116659" y="227010"/>
                  </a:cubicBezTo>
                  <a:cubicBezTo>
                    <a:pt x="115422" y="226872"/>
                    <a:pt x="114184" y="226666"/>
                    <a:pt x="112947" y="226597"/>
                  </a:cubicBezTo>
                  <a:cubicBezTo>
                    <a:pt x="110060" y="226391"/>
                    <a:pt x="108066" y="227697"/>
                    <a:pt x="106622" y="230103"/>
                  </a:cubicBezTo>
                  <a:cubicBezTo>
                    <a:pt x="106072" y="230997"/>
                    <a:pt x="105591" y="231891"/>
                    <a:pt x="105041" y="232784"/>
                  </a:cubicBezTo>
                  <a:cubicBezTo>
                    <a:pt x="102154" y="237665"/>
                    <a:pt x="99335" y="242615"/>
                    <a:pt x="96380" y="247427"/>
                  </a:cubicBezTo>
                  <a:cubicBezTo>
                    <a:pt x="94798" y="250108"/>
                    <a:pt x="92873" y="250795"/>
                    <a:pt x="89849" y="250108"/>
                  </a:cubicBezTo>
                  <a:cubicBezTo>
                    <a:pt x="87993" y="249695"/>
                    <a:pt x="86274" y="249077"/>
                    <a:pt x="84555" y="248320"/>
                  </a:cubicBezTo>
                  <a:cubicBezTo>
                    <a:pt x="81531" y="246877"/>
                    <a:pt x="80568" y="245021"/>
                    <a:pt x="80981" y="241652"/>
                  </a:cubicBezTo>
                  <a:cubicBezTo>
                    <a:pt x="81737" y="235397"/>
                    <a:pt x="82356" y="229141"/>
                    <a:pt x="83249" y="222885"/>
                  </a:cubicBezTo>
                  <a:cubicBezTo>
                    <a:pt x="83868" y="218486"/>
                    <a:pt x="81531" y="216080"/>
                    <a:pt x="78094" y="214155"/>
                  </a:cubicBezTo>
                  <a:cubicBezTo>
                    <a:pt x="74725" y="212299"/>
                    <a:pt x="71700" y="212024"/>
                    <a:pt x="68538" y="214636"/>
                  </a:cubicBezTo>
                  <a:cubicBezTo>
                    <a:pt x="64139" y="218142"/>
                    <a:pt x="59533" y="221373"/>
                    <a:pt x="55133" y="224810"/>
                  </a:cubicBezTo>
                  <a:cubicBezTo>
                    <a:pt x="50665" y="228316"/>
                    <a:pt x="48740" y="229072"/>
                    <a:pt x="43240" y="224123"/>
                  </a:cubicBezTo>
                  <a:cubicBezTo>
                    <a:pt x="42897" y="223779"/>
                    <a:pt x="42553" y="223435"/>
                    <a:pt x="42209" y="223091"/>
                  </a:cubicBezTo>
                  <a:cubicBezTo>
                    <a:pt x="39528" y="220342"/>
                    <a:pt x="39253" y="218211"/>
                    <a:pt x="41178" y="214842"/>
                  </a:cubicBezTo>
                  <a:cubicBezTo>
                    <a:pt x="44134" y="209549"/>
                    <a:pt x="47159" y="204187"/>
                    <a:pt x="50115" y="198893"/>
                  </a:cubicBezTo>
                  <a:cubicBezTo>
                    <a:pt x="50940" y="197381"/>
                    <a:pt x="51833" y="195869"/>
                    <a:pt x="51627" y="194013"/>
                  </a:cubicBezTo>
                  <a:cubicBezTo>
                    <a:pt x="51146" y="188444"/>
                    <a:pt x="44959" y="184045"/>
                    <a:pt x="39597" y="185420"/>
                  </a:cubicBezTo>
                  <a:cubicBezTo>
                    <a:pt x="33410" y="187001"/>
                    <a:pt x="27223" y="188582"/>
                    <a:pt x="21105" y="190232"/>
                  </a:cubicBezTo>
                  <a:cubicBezTo>
                    <a:pt x="18630" y="190919"/>
                    <a:pt x="16774" y="190163"/>
                    <a:pt x="15193" y="188238"/>
                  </a:cubicBezTo>
                  <a:cubicBezTo>
                    <a:pt x="13887" y="186657"/>
                    <a:pt x="13062" y="184870"/>
                    <a:pt x="12237" y="183014"/>
                  </a:cubicBezTo>
                  <a:cubicBezTo>
                    <a:pt x="10862" y="179783"/>
                    <a:pt x="11481" y="177445"/>
                    <a:pt x="14230" y="175314"/>
                  </a:cubicBezTo>
                  <a:cubicBezTo>
                    <a:pt x="18767" y="171671"/>
                    <a:pt x="23373" y="168096"/>
                    <a:pt x="27910" y="164453"/>
                  </a:cubicBezTo>
                  <a:cubicBezTo>
                    <a:pt x="32722" y="160741"/>
                    <a:pt x="33135" y="159159"/>
                    <a:pt x="31554" y="153385"/>
                  </a:cubicBezTo>
                  <a:cubicBezTo>
                    <a:pt x="30454" y="149604"/>
                    <a:pt x="28185" y="147611"/>
                    <a:pt x="24198" y="147198"/>
                  </a:cubicBezTo>
                  <a:cubicBezTo>
                    <a:pt x="18424" y="146579"/>
                    <a:pt x="12718" y="145479"/>
                    <a:pt x="6943" y="144861"/>
                  </a:cubicBezTo>
                  <a:cubicBezTo>
                    <a:pt x="3644" y="144517"/>
                    <a:pt x="1306" y="143211"/>
                    <a:pt x="138" y="140049"/>
                  </a:cubicBezTo>
                  <a:cubicBezTo>
                    <a:pt x="0" y="137093"/>
                    <a:pt x="0" y="134343"/>
                    <a:pt x="0" y="131525"/>
                  </a:cubicBezTo>
                  <a:cubicBezTo>
                    <a:pt x="1100" y="129462"/>
                    <a:pt x="2819" y="128431"/>
                    <a:pt x="5019" y="127881"/>
                  </a:cubicBezTo>
                  <a:cubicBezTo>
                    <a:pt x="10931" y="126300"/>
                    <a:pt x="16705" y="124513"/>
                    <a:pt x="22617" y="122931"/>
                  </a:cubicBezTo>
                  <a:cubicBezTo>
                    <a:pt x="26192" y="121969"/>
                    <a:pt x="28323" y="119975"/>
                    <a:pt x="28667" y="116194"/>
                  </a:cubicBezTo>
                  <a:cubicBezTo>
                    <a:pt x="28735" y="115232"/>
                    <a:pt x="28873" y="114270"/>
                    <a:pt x="29010" y="113307"/>
                  </a:cubicBezTo>
                  <a:cubicBezTo>
                    <a:pt x="29354" y="110076"/>
                    <a:pt x="27910" y="107876"/>
                    <a:pt x="25229" y="106295"/>
                  </a:cubicBezTo>
                  <a:cubicBezTo>
                    <a:pt x="19867" y="103202"/>
                    <a:pt x="14574" y="100040"/>
                    <a:pt x="9281" y="96946"/>
                  </a:cubicBezTo>
                  <a:cubicBezTo>
                    <a:pt x="5362" y="94678"/>
                    <a:pt x="4675" y="92959"/>
                    <a:pt x="5843" y="88560"/>
                  </a:cubicBezTo>
                  <a:cubicBezTo>
                    <a:pt x="5981" y="88147"/>
                    <a:pt x="6050" y="87735"/>
                    <a:pt x="6187" y="87391"/>
                  </a:cubicBezTo>
                  <a:cubicBezTo>
                    <a:pt x="7906" y="81685"/>
                    <a:pt x="9418" y="80585"/>
                    <a:pt x="15261" y="81135"/>
                  </a:cubicBezTo>
                  <a:cubicBezTo>
                    <a:pt x="20898" y="81685"/>
                    <a:pt x="26535" y="82304"/>
                    <a:pt x="32173" y="83060"/>
                  </a:cubicBezTo>
                  <a:cubicBezTo>
                    <a:pt x="36641" y="83610"/>
                    <a:pt x="38566" y="82854"/>
                    <a:pt x="40834" y="79073"/>
                  </a:cubicBezTo>
                  <a:cubicBezTo>
                    <a:pt x="44065" y="73848"/>
                    <a:pt x="43928" y="72198"/>
                    <a:pt x="40147" y="67318"/>
                  </a:cubicBezTo>
                  <a:cubicBezTo>
                    <a:pt x="36572" y="62712"/>
                    <a:pt x="33066" y="58037"/>
                    <a:pt x="29629" y="53363"/>
                  </a:cubicBezTo>
                  <a:cubicBezTo>
                    <a:pt x="27567" y="50613"/>
                    <a:pt x="27567" y="48344"/>
                    <a:pt x="29629" y="45595"/>
                  </a:cubicBezTo>
                  <a:cubicBezTo>
                    <a:pt x="30660" y="44220"/>
                    <a:pt x="31760" y="42845"/>
                    <a:pt x="33066" y="41745"/>
                  </a:cubicBezTo>
                  <a:cubicBezTo>
                    <a:pt x="35678" y="39545"/>
                    <a:pt x="37466" y="39270"/>
                    <a:pt x="40422" y="40920"/>
                  </a:cubicBezTo>
                  <a:cubicBezTo>
                    <a:pt x="45646" y="43807"/>
                    <a:pt x="51008" y="46488"/>
                    <a:pt x="56027" y="49719"/>
                  </a:cubicBezTo>
                  <a:cubicBezTo>
                    <a:pt x="61801" y="53431"/>
                    <a:pt x="65788" y="50957"/>
                    <a:pt x="69982" y="45801"/>
                  </a:cubicBezTo>
                  <a:cubicBezTo>
                    <a:pt x="71357" y="44082"/>
                    <a:pt x="70875" y="41814"/>
                    <a:pt x="70325" y="39751"/>
                  </a:cubicBezTo>
                  <a:cubicBezTo>
                    <a:pt x="68813" y="33908"/>
                    <a:pt x="67301" y="28065"/>
                    <a:pt x="65788" y="22221"/>
                  </a:cubicBezTo>
                  <a:cubicBezTo>
                    <a:pt x="64688" y="18028"/>
                    <a:pt x="65376" y="16309"/>
                    <a:pt x="69088" y="14110"/>
                  </a:cubicBezTo>
                  <a:cubicBezTo>
                    <a:pt x="69913" y="13628"/>
                    <a:pt x="70738" y="13147"/>
                    <a:pt x="71632" y="12735"/>
                  </a:cubicBezTo>
                  <a:cubicBezTo>
                    <a:pt x="76100" y="10672"/>
                    <a:pt x="78094" y="11154"/>
                    <a:pt x="81118" y="15072"/>
                  </a:cubicBezTo>
                  <a:cubicBezTo>
                    <a:pt x="84762" y="19678"/>
                    <a:pt x="88405" y="24353"/>
                    <a:pt x="92049" y="28958"/>
                  </a:cubicBezTo>
                  <a:cubicBezTo>
                    <a:pt x="95486" y="33221"/>
                    <a:pt x="103529" y="33221"/>
                    <a:pt x="106966" y="28890"/>
                  </a:cubicBezTo>
                  <a:cubicBezTo>
                    <a:pt x="108410" y="27034"/>
                    <a:pt x="108410" y="24696"/>
                    <a:pt x="108754" y="22565"/>
                  </a:cubicBezTo>
                  <a:cubicBezTo>
                    <a:pt x="109578" y="17203"/>
                    <a:pt x="110266" y="11841"/>
                    <a:pt x="110953" y="6479"/>
                  </a:cubicBezTo>
                  <a:cubicBezTo>
                    <a:pt x="111503" y="2217"/>
                    <a:pt x="112672" y="1048"/>
                    <a:pt x="116934" y="292"/>
                  </a:cubicBezTo>
                  <a:cubicBezTo>
                    <a:pt x="118721" y="-52"/>
                    <a:pt x="120509" y="-52"/>
                    <a:pt x="122296" y="86"/>
                  </a:cubicBezTo>
                  <a:close/>
                </a:path>
              </a:pathLst>
            </a:custGeom>
            <a:solidFill>
              <a:schemeClr val="bg1"/>
            </a:solidFill>
            <a:ln w="5155" cap="flat">
              <a:noFill/>
              <a:prstDash val="solid"/>
              <a:miter/>
            </a:ln>
          </p:spPr>
          <p:txBody>
            <a:bodyPr rtlCol="0" anchor="ctr"/>
            <a:lstStyle/>
            <a:p>
              <a:endParaRPr lang="en-US"/>
            </a:p>
          </p:txBody>
        </p:sp>
      </p:grpSp>
      <p:pic>
        <p:nvPicPr>
          <p:cNvPr id="3" name="Picture 2">
            <a:extLst>
              <a:ext uri="{FF2B5EF4-FFF2-40B4-BE49-F238E27FC236}">
                <a16:creationId xmlns:a16="http://schemas.microsoft.com/office/drawing/2014/main" id="{08C6B3E1-0596-0818-BA3C-28BE560756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58093" y="3608638"/>
            <a:ext cx="3336154" cy="1700763"/>
          </a:xfrm>
          <a:prstGeom prst="rect">
            <a:avLst/>
          </a:prstGeom>
        </p:spPr>
      </p:pic>
      <p:pic>
        <p:nvPicPr>
          <p:cNvPr id="16" name="Picture 15">
            <a:extLst>
              <a:ext uri="{FF2B5EF4-FFF2-40B4-BE49-F238E27FC236}">
                <a16:creationId xmlns:a16="http://schemas.microsoft.com/office/drawing/2014/main" id="{726893D3-3288-2FA1-4B90-13E82AC5A0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515" y="3608640"/>
            <a:ext cx="1878693" cy="1700763"/>
          </a:xfrm>
          <a:prstGeom prst="rect">
            <a:avLst/>
          </a:prstGeom>
        </p:spPr>
      </p:pic>
      <p:pic>
        <p:nvPicPr>
          <p:cNvPr id="1028" name="Picture 4" descr="auto_fit">
            <a:extLst>
              <a:ext uri="{FF2B5EF4-FFF2-40B4-BE49-F238E27FC236}">
                <a16:creationId xmlns:a16="http://schemas.microsoft.com/office/drawing/2014/main" id="{B29FD568-A383-174D-D60F-7C314F6AF7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7077280" y="3135611"/>
            <a:ext cx="2646821" cy="264682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1">
            <a:extLst>
              <a:ext uri="{FF2B5EF4-FFF2-40B4-BE49-F238E27FC236}">
                <a16:creationId xmlns:a16="http://schemas.microsoft.com/office/drawing/2014/main" id="{FA8B13C9-C0D7-1D94-CF63-95412FC09BE9}"/>
              </a:ext>
            </a:extLst>
          </p:cNvPr>
          <p:cNvPicPr>
            <a:picLocks noChangeAspect="1"/>
          </p:cNvPicPr>
          <p:nvPr/>
        </p:nvPicPr>
        <p:blipFill>
          <a:blip r:embed="rId5"/>
          <a:stretch>
            <a:fillRect/>
          </a:stretch>
        </p:blipFill>
        <p:spPr>
          <a:xfrm>
            <a:off x="9805283" y="1003321"/>
            <a:ext cx="2386717" cy="2386717"/>
          </a:xfrm>
          <a:prstGeom prst="rect">
            <a:avLst/>
          </a:prstGeom>
        </p:spPr>
      </p:pic>
      <p:sp>
        <p:nvSpPr>
          <p:cNvPr id="63" name="Rectangle 62">
            <a:extLst>
              <a:ext uri="{FF2B5EF4-FFF2-40B4-BE49-F238E27FC236}">
                <a16:creationId xmlns:a16="http://schemas.microsoft.com/office/drawing/2014/main" id="{ACEBADEA-251F-0773-A816-B337B85121DC}"/>
              </a:ext>
            </a:extLst>
          </p:cNvPr>
          <p:cNvSpPr/>
          <p:nvPr/>
        </p:nvSpPr>
        <p:spPr>
          <a:xfrm>
            <a:off x="2861046" y="2027714"/>
            <a:ext cx="8034580" cy="1200329"/>
          </a:xfrm>
          <a:prstGeom prst="rect">
            <a:avLst/>
          </a:prstGeom>
          <a:noFill/>
          <a:effectLst>
            <a:glow rad="228600">
              <a:schemeClr val="accent5">
                <a:satMod val="175000"/>
                <a:alpha val="40000"/>
              </a:schemeClr>
            </a:glow>
          </a:effectLst>
        </p:spPr>
        <p:txBody>
          <a:bodyPr wrap="square" lIns="91440" tIns="45720" rIns="91440" bIns="45720">
            <a:spAutoFit/>
          </a:bodyPr>
          <a:lstStyle/>
          <a:p>
            <a:pPr algn="ctr"/>
            <a:r>
              <a:rPr lang="en-US" sz="3600" b="1" i="0" u="sng" cap="none" spc="0" dirty="0">
                <a:ln w="12700">
                  <a:solidFill>
                    <a:schemeClr val="tx2">
                      <a:lumMod val="75000"/>
                    </a:schemeClr>
                  </a:solidFill>
                  <a:prstDash val="solid"/>
                </a:ln>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TRAFFIC</a:t>
            </a:r>
            <a:r>
              <a:rPr lang="en-US" sz="3600" b="1" i="0" u="sng"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600" b="1" i="0" u="sng" cap="none" spc="0" dirty="0">
                <a:ln w="12700">
                  <a:solidFill>
                    <a:schemeClr val="tx2">
                      <a:lumMod val="75000"/>
                    </a:schemeClr>
                  </a:solidFill>
                  <a:prstDash val="solid"/>
                </a:ln>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MANAGEMENT</a:t>
            </a:r>
            <a:r>
              <a:rPr lang="en-US" sz="3600" b="1" i="0" u="sng"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algn="ctr"/>
            <a:r>
              <a:rPr lang="en-US" sz="3600" b="1" i="0" u="sng" cap="none" spc="0" dirty="0">
                <a:ln w="12700">
                  <a:solidFill>
                    <a:schemeClr val="tx2">
                      <a:lumMod val="75000"/>
                    </a:schemeClr>
                  </a:solidFill>
                  <a:prstDash val="solid"/>
                </a:ln>
                <a:solidFill>
                  <a:srgbClr val="00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SYSTEM</a:t>
            </a:r>
            <a:endParaRPr lang="en-US" sz="3600" b="1" u="sng" cap="none" spc="0" dirty="0">
              <a:ln w="12700">
                <a:solidFill>
                  <a:schemeClr val="tx2">
                    <a:lumMod val="75000"/>
                  </a:schemeClr>
                </a:solidFill>
                <a:prstDash val="solid"/>
              </a:ln>
              <a:solidFill>
                <a:srgbClr val="00FF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16071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C19099-9C83-BC32-AEA6-384180B309D1}"/>
              </a:ext>
            </a:extLst>
          </p:cNvPr>
          <p:cNvSpPr txBox="1"/>
          <p:nvPr/>
        </p:nvSpPr>
        <p:spPr>
          <a:xfrm>
            <a:off x="3564083" y="39329"/>
            <a:ext cx="8175634" cy="7294305"/>
          </a:xfrm>
          <a:prstGeom prst="rect">
            <a:avLst/>
          </a:prstGeom>
          <a:noFill/>
        </p:spPr>
        <p:txBody>
          <a:bodyPr wrap="square" rtlCol="0">
            <a:spAutoFit/>
          </a:bodyPr>
          <a:lstStyle/>
          <a:p>
            <a:r>
              <a:rPr lang="en-US" b="0" dirty="0">
                <a:solidFill>
                  <a:schemeClr val="bg1">
                    <a:lumMod val="95000"/>
                  </a:schemeClr>
                </a:solidFill>
                <a:effectLst/>
                <a:latin typeface="Times New Roman" panose="02020603050405020304" pitchFamily="18" charset="0"/>
                <a:cs typeface="Times New Roman" panose="02020603050405020304" pitchFamily="18" charset="0"/>
              </a:rPr>
              <a:t>#define RED 1</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#define YELLOW 5</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#define GREEN 9</a:t>
            </a:r>
          </a:p>
          <a:p>
            <a:br>
              <a:rPr lang="en-US" b="0" dirty="0">
                <a:solidFill>
                  <a:schemeClr val="bg1">
                    <a:lumMod val="95000"/>
                  </a:schemeClr>
                </a:solidFill>
                <a:effectLst/>
                <a:latin typeface="Times New Roman" panose="02020603050405020304" pitchFamily="18" charset="0"/>
                <a:cs typeface="Times New Roman" panose="02020603050405020304" pitchFamily="18" charset="0"/>
              </a:rPr>
            </a:br>
            <a:r>
              <a:rPr lang="en-US" b="0" dirty="0">
                <a:solidFill>
                  <a:schemeClr val="bg1">
                    <a:lumMod val="95000"/>
                  </a:schemeClr>
                </a:solidFill>
                <a:effectLst/>
                <a:latin typeface="Times New Roman" panose="02020603050405020304" pitchFamily="18" charset="0"/>
                <a:cs typeface="Times New Roman" panose="02020603050405020304" pitchFamily="18" charset="0"/>
              </a:rPr>
              <a:t>void setup() </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  </a:t>
            </a:r>
            <a:r>
              <a:rPr lang="en-US" b="0" dirty="0" err="1">
                <a:solidFill>
                  <a:schemeClr val="bg1">
                    <a:lumMod val="95000"/>
                  </a:schemeClr>
                </a:solidFill>
                <a:effectLst/>
                <a:latin typeface="Times New Roman" panose="02020603050405020304" pitchFamily="18" charset="0"/>
                <a:cs typeface="Times New Roman" panose="02020603050405020304" pitchFamily="18" charset="0"/>
              </a:rPr>
              <a:t>pinMode</a:t>
            </a:r>
            <a:r>
              <a:rPr lang="en-US" b="0" dirty="0">
                <a:solidFill>
                  <a:schemeClr val="bg1">
                    <a:lumMod val="95000"/>
                  </a:schemeClr>
                </a:solidFill>
                <a:effectLst/>
                <a:latin typeface="Times New Roman" panose="02020603050405020304" pitchFamily="18" charset="0"/>
                <a:cs typeface="Times New Roman" panose="02020603050405020304" pitchFamily="18" charset="0"/>
              </a:rPr>
              <a:t>(RED, OUTPUT);</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  </a:t>
            </a:r>
            <a:r>
              <a:rPr lang="en-US" b="0" dirty="0" err="1">
                <a:solidFill>
                  <a:schemeClr val="bg1">
                    <a:lumMod val="95000"/>
                  </a:schemeClr>
                </a:solidFill>
                <a:effectLst/>
                <a:latin typeface="Times New Roman" panose="02020603050405020304" pitchFamily="18" charset="0"/>
                <a:cs typeface="Times New Roman" panose="02020603050405020304" pitchFamily="18" charset="0"/>
              </a:rPr>
              <a:t>pinMode</a:t>
            </a:r>
            <a:r>
              <a:rPr lang="en-US" b="0" dirty="0">
                <a:solidFill>
                  <a:schemeClr val="bg1">
                    <a:lumMod val="95000"/>
                  </a:schemeClr>
                </a:solidFill>
                <a:effectLst/>
                <a:latin typeface="Times New Roman" panose="02020603050405020304" pitchFamily="18" charset="0"/>
                <a:cs typeface="Times New Roman" panose="02020603050405020304" pitchFamily="18" charset="0"/>
              </a:rPr>
              <a:t>(YELLOW, OUTPUT);</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  </a:t>
            </a:r>
            <a:r>
              <a:rPr lang="en-US" b="0" dirty="0" err="1">
                <a:solidFill>
                  <a:schemeClr val="bg1">
                    <a:lumMod val="95000"/>
                  </a:schemeClr>
                </a:solidFill>
                <a:effectLst/>
                <a:latin typeface="Times New Roman" panose="02020603050405020304" pitchFamily="18" charset="0"/>
                <a:cs typeface="Times New Roman" panose="02020603050405020304" pitchFamily="18" charset="0"/>
              </a:rPr>
              <a:t>pinMode</a:t>
            </a:r>
            <a:r>
              <a:rPr lang="en-US" b="0" dirty="0">
                <a:solidFill>
                  <a:schemeClr val="bg1">
                    <a:lumMod val="95000"/>
                  </a:schemeClr>
                </a:solidFill>
                <a:effectLst/>
                <a:latin typeface="Times New Roman" panose="02020603050405020304" pitchFamily="18" charset="0"/>
                <a:cs typeface="Times New Roman" panose="02020603050405020304" pitchFamily="18" charset="0"/>
              </a:rPr>
              <a:t>(GREEN, OUTPUT);</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a:t>
            </a:r>
          </a:p>
          <a:p>
            <a:br>
              <a:rPr lang="en-US" b="0" dirty="0">
                <a:solidFill>
                  <a:schemeClr val="bg1">
                    <a:lumMod val="95000"/>
                  </a:schemeClr>
                </a:solidFill>
                <a:effectLst/>
                <a:latin typeface="Times New Roman" panose="02020603050405020304" pitchFamily="18" charset="0"/>
                <a:cs typeface="Times New Roman" panose="02020603050405020304" pitchFamily="18" charset="0"/>
              </a:rPr>
            </a:br>
            <a:r>
              <a:rPr lang="en-US" b="0" dirty="0">
                <a:solidFill>
                  <a:schemeClr val="bg1">
                    <a:lumMod val="95000"/>
                  </a:schemeClr>
                </a:solidFill>
                <a:effectLst/>
                <a:latin typeface="Times New Roman" panose="02020603050405020304" pitchFamily="18" charset="0"/>
                <a:cs typeface="Times New Roman" panose="02020603050405020304" pitchFamily="18" charset="0"/>
              </a:rPr>
              <a:t>void loop() {</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  </a:t>
            </a:r>
            <a:r>
              <a:rPr lang="en-US" b="0" dirty="0" err="1">
                <a:solidFill>
                  <a:schemeClr val="bg1">
                    <a:lumMod val="95000"/>
                  </a:schemeClr>
                </a:solidFill>
                <a:effectLst/>
                <a:latin typeface="Times New Roman" panose="02020603050405020304" pitchFamily="18" charset="0"/>
                <a:cs typeface="Times New Roman" panose="02020603050405020304" pitchFamily="18" charset="0"/>
              </a:rPr>
              <a:t>digitalWrite</a:t>
            </a:r>
            <a:r>
              <a:rPr lang="en-US" b="0" dirty="0">
                <a:solidFill>
                  <a:schemeClr val="bg1">
                    <a:lumMod val="95000"/>
                  </a:schemeClr>
                </a:solidFill>
                <a:effectLst/>
                <a:latin typeface="Times New Roman" panose="02020603050405020304" pitchFamily="18" charset="0"/>
                <a:cs typeface="Times New Roman" panose="02020603050405020304" pitchFamily="18" charset="0"/>
              </a:rPr>
              <a:t>(GREEN, HIGH);</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  delay(3000);</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  </a:t>
            </a:r>
            <a:r>
              <a:rPr lang="en-US" b="0" dirty="0" err="1">
                <a:solidFill>
                  <a:schemeClr val="bg1">
                    <a:lumMod val="95000"/>
                  </a:schemeClr>
                </a:solidFill>
                <a:effectLst/>
                <a:latin typeface="Times New Roman" panose="02020603050405020304" pitchFamily="18" charset="0"/>
                <a:cs typeface="Times New Roman" panose="02020603050405020304" pitchFamily="18" charset="0"/>
              </a:rPr>
              <a:t>digitalWrite</a:t>
            </a:r>
            <a:r>
              <a:rPr lang="en-US" b="0" dirty="0">
                <a:solidFill>
                  <a:schemeClr val="bg1">
                    <a:lumMod val="95000"/>
                  </a:schemeClr>
                </a:solidFill>
                <a:effectLst/>
                <a:latin typeface="Times New Roman" panose="02020603050405020304" pitchFamily="18" charset="0"/>
                <a:cs typeface="Times New Roman" panose="02020603050405020304" pitchFamily="18" charset="0"/>
              </a:rPr>
              <a:t>(GREEN, LOW);</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  </a:t>
            </a:r>
            <a:r>
              <a:rPr lang="en-US" b="0" dirty="0" err="1">
                <a:solidFill>
                  <a:schemeClr val="bg1">
                    <a:lumMod val="95000"/>
                  </a:schemeClr>
                </a:solidFill>
                <a:effectLst/>
                <a:latin typeface="Times New Roman" panose="02020603050405020304" pitchFamily="18" charset="0"/>
                <a:cs typeface="Times New Roman" panose="02020603050405020304" pitchFamily="18" charset="0"/>
              </a:rPr>
              <a:t>digitalWrite</a:t>
            </a:r>
            <a:r>
              <a:rPr lang="en-US" b="0" dirty="0">
                <a:solidFill>
                  <a:schemeClr val="bg1">
                    <a:lumMod val="95000"/>
                  </a:schemeClr>
                </a:solidFill>
                <a:effectLst/>
                <a:latin typeface="Times New Roman" panose="02020603050405020304" pitchFamily="18" charset="0"/>
                <a:cs typeface="Times New Roman" panose="02020603050405020304" pitchFamily="18" charset="0"/>
              </a:rPr>
              <a:t>(YELLOW, LOW);</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  </a:t>
            </a:r>
            <a:r>
              <a:rPr lang="en-US" b="0" dirty="0" err="1">
                <a:solidFill>
                  <a:schemeClr val="bg1">
                    <a:lumMod val="95000"/>
                  </a:schemeClr>
                </a:solidFill>
                <a:effectLst/>
                <a:latin typeface="Times New Roman" panose="02020603050405020304" pitchFamily="18" charset="0"/>
                <a:cs typeface="Times New Roman" panose="02020603050405020304" pitchFamily="18" charset="0"/>
              </a:rPr>
              <a:t>digitalWrite</a:t>
            </a:r>
            <a:r>
              <a:rPr lang="en-US" b="0" dirty="0">
                <a:solidFill>
                  <a:schemeClr val="bg1">
                    <a:lumMod val="95000"/>
                  </a:schemeClr>
                </a:solidFill>
                <a:effectLst/>
                <a:latin typeface="Times New Roman" panose="02020603050405020304" pitchFamily="18" charset="0"/>
                <a:cs typeface="Times New Roman" panose="02020603050405020304" pitchFamily="18" charset="0"/>
              </a:rPr>
              <a:t>(RED, HIGH);</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  delay(2500);</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  </a:t>
            </a:r>
            <a:r>
              <a:rPr lang="en-US" b="0" dirty="0" err="1">
                <a:solidFill>
                  <a:schemeClr val="bg1">
                    <a:lumMod val="95000"/>
                  </a:schemeClr>
                </a:solidFill>
                <a:effectLst/>
                <a:latin typeface="Times New Roman" panose="02020603050405020304" pitchFamily="18" charset="0"/>
                <a:cs typeface="Times New Roman" panose="02020603050405020304" pitchFamily="18" charset="0"/>
              </a:rPr>
              <a:t>digitalWrite</a:t>
            </a:r>
            <a:r>
              <a:rPr lang="en-US" b="0" dirty="0">
                <a:solidFill>
                  <a:schemeClr val="bg1">
                    <a:lumMod val="95000"/>
                  </a:schemeClr>
                </a:solidFill>
                <a:effectLst/>
                <a:latin typeface="Times New Roman" panose="02020603050405020304" pitchFamily="18" charset="0"/>
                <a:cs typeface="Times New Roman" panose="02020603050405020304" pitchFamily="18" charset="0"/>
              </a:rPr>
              <a:t>(RED, LOW);</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  </a:t>
            </a:r>
            <a:r>
              <a:rPr lang="en-US" b="0" dirty="0" err="1">
                <a:solidFill>
                  <a:schemeClr val="bg1">
                    <a:lumMod val="95000"/>
                  </a:schemeClr>
                </a:solidFill>
                <a:effectLst/>
                <a:latin typeface="Times New Roman" panose="02020603050405020304" pitchFamily="18" charset="0"/>
                <a:cs typeface="Times New Roman" panose="02020603050405020304" pitchFamily="18" charset="0"/>
              </a:rPr>
              <a:t>digitalWrite</a:t>
            </a:r>
            <a:r>
              <a:rPr lang="en-US" b="0" dirty="0">
                <a:solidFill>
                  <a:schemeClr val="bg1">
                    <a:lumMod val="95000"/>
                  </a:schemeClr>
                </a:solidFill>
                <a:effectLst/>
                <a:latin typeface="Times New Roman" panose="02020603050405020304" pitchFamily="18" charset="0"/>
                <a:cs typeface="Times New Roman" panose="02020603050405020304" pitchFamily="18" charset="0"/>
              </a:rPr>
              <a:t>(YELLOW, HIGH);</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  delay(1000);</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  </a:t>
            </a:r>
            <a:r>
              <a:rPr lang="en-US" b="0" dirty="0" err="1">
                <a:solidFill>
                  <a:schemeClr val="bg1">
                    <a:lumMod val="95000"/>
                  </a:schemeClr>
                </a:solidFill>
                <a:effectLst/>
                <a:latin typeface="Times New Roman" panose="02020603050405020304" pitchFamily="18" charset="0"/>
                <a:cs typeface="Times New Roman" panose="02020603050405020304" pitchFamily="18" charset="0"/>
              </a:rPr>
              <a:t>digitalWrite</a:t>
            </a:r>
            <a:r>
              <a:rPr lang="en-US" b="0" dirty="0">
                <a:solidFill>
                  <a:schemeClr val="bg1">
                    <a:lumMod val="95000"/>
                  </a:schemeClr>
                </a:solidFill>
                <a:effectLst/>
                <a:latin typeface="Times New Roman" panose="02020603050405020304" pitchFamily="18" charset="0"/>
                <a:cs typeface="Times New Roman" panose="02020603050405020304" pitchFamily="18" charset="0"/>
              </a:rPr>
              <a:t>(YELLOW, LOW);</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 </a:t>
            </a:r>
          </a:p>
          <a:p>
            <a:r>
              <a:rPr lang="en-US" b="0" dirty="0">
                <a:solidFill>
                  <a:schemeClr val="bg1">
                    <a:lumMod val="95000"/>
                  </a:schemeClr>
                </a:solidFill>
                <a:effectLst/>
                <a:latin typeface="Times New Roman" panose="02020603050405020304" pitchFamily="18" charset="0"/>
                <a:cs typeface="Times New Roman" panose="02020603050405020304" pitchFamily="18" charset="0"/>
              </a:rPr>
              <a:t>}</a:t>
            </a:r>
          </a:p>
          <a:p>
            <a:br>
              <a:rPr lang="en-US" b="0" dirty="0">
                <a:solidFill>
                  <a:schemeClr val="bg1">
                    <a:lumMod val="95000"/>
                  </a:schemeClr>
                </a:solidFill>
                <a:effectLst/>
                <a:latin typeface="Times New Roman" panose="02020603050405020304" pitchFamily="18" charset="0"/>
                <a:cs typeface="Times New Roman" panose="02020603050405020304" pitchFamily="18" charset="0"/>
              </a:rPr>
            </a:br>
            <a:endParaRPr lang="en-US" b="0" dirty="0">
              <a:solidFill>
                <a:schemeClr val="bg1">
                  <a:lumMod val="95000"/>
                </a:schemeClr>
              </a:solidFill>
              <a:effectLst/>
              <a:latin typeface="Times New Roman" panose="02020603050405020304" pitchFamily="18"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1D338E82-464F-79F4-F292-0FE3B0814A3B}"/>
              </a:ext>
            </a:extLst>
          </p:cNvPr>
          <p:cNvCxnSpPr>
            <a:cxnSpLocks/>
          </p:cNvCxnSpPr>
          <p:nvPr/>
        </p:nvCxnSpPr>
        <p:spPr>
          <a:xfrm flipV="1">
            <a:off x="3264310" y="0"/>
            <a:ext cx="0" cy="6858000"/>
          </a:xfrm>
          <a:prstGeom prst="line">
            <a:avLst/>
          </a:prstGeom>
          <a:ln>
            <a:solidFill>
              <a:schemeClr val="bg1"/>
            </a:solidFill>
          </a:ln>
        </p:spPr>
        <p:style>
          <a:lnRef idx="3">
            <a:schemeClr val="accent6"/>
          </a:lnRef>
          <a:fillRef idx="0">
            <a:schemeClr val="accent6"/>
          </a:fillRef>
          <a:effectRef idx="2">
            <a:schemeClr val="accent6"/>
          </a:effectRef>
          <a:fontRef idx="minor">
            <a:schemeClr val="tx1"/>
          </a:fontRef>
        </p:style>
      </p:cxnSp>
      <p:cxnSp>
        <p:nvCxnSpPr>
          <p:cNvPr id="10" name="Straight Connector 9">
            <a:extLst>
              <a:ext uri="{FF2B5EF4-FFF2-40B4-BE49-F238E27FC236}">
                <a16:creationId xmlns:a16="http://schemas.microsoft.com/office/drawing/2014/main" id="{478E3076-02DC-DC8D-F527-94BDBEE93E91}"/>
              </a:ext>
            </a:extLst>
          </p:cNvPr>
          <p:cNvCxnSpPr/>
          <p:nvPr/>
        </p:nvCxnSpPr>
        <p:spPr>
          <a:xfrm>
            <a:off x="8632723" y="943897"/>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617E385-D98F-A1A8-69DA-ABB66B19918F}"/>
              </a:ext>
            </a:extLst>
          </p:cNvPr>
          <p:cNvSpPr txBox="1"/>
          <p:nvPr/>
        </p:nvSpPr>
        <p:spPr>
          <a:xfrm>
            <a:off x="7944465" y="379892"/>
            <a:ext cx="4395016"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 </a:t>
            </a:r>
          </a:p>
        </p:txBody>
      </p:sp>
      <p:sp>
        <p:nvSpPr>
          <p:cNvPr id="18" name="TextBox 17">
            <a:extLst>
              <a:ext uri="{FF2B5EF4-FFF2-40B4-BE49-F238E27FC236}">
                <a16:creationId xmlns:a16="http://schemas.microsoft.com/office/drawing/2014/main" id="{2B6BCE63-EA14-378C-94FB-E21901D77EEB}"/>
              </a:ext>
            </a:extLst>
          </p:cNvPr>
          <p:cNvSpPr txBox="1"/>
          <p:nvPr/>
        </p:nvSpPr>
        <p:spPr>
          <a:xfrm>
            <a:off x="163707" y="2502962"/>
            <a:ext cx="2969333" cy="707886"/>
          </a:xfrm>
          <a:prstGeom prst="rect">
            <a:avLst/>
          </a:prstGeom>
          <a:noFill/>
        </p:spPr>
        <p:txBody>
          <a:bodyPr wrap="square" rtlCol="0">
            <a:spAutoFit/>
          </a:bodyPr>
          <a:lstStyle/>
          <a:p>
            <a:r>
              <a:rPr lang="en-US" sz="4000" dirty="0">
                <a:solidFill>
                  <a:srgbClr val="FF0000"/>
                </a:solidFill>
                <a:latin typeface="Times New Roman" panose="02020603050405020304" pitchFamily="18" charset="0"/>
                <a:cs typeface="Times New Roman" panose="02020603050405020304" pitchFamily="18" charset="0"/>
              </a:rPr>
              <a:t>Raspberry pi</a:t>
            </a:r>
          </a:p>
        </p:txBody>
      </p:sp>
    </p:spTree>
    <p:extLst>
      <p:ext uri="{BB962C8B-B14F-4D97-AF65-F5344CB8AC3E}">
        <p14:creationId xmlns:p14="http://schemas.microsoft.com/office/powerpoint/2010/main" val="3707645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AC4C90-351B-6B91-C5A9-93260775ACE4}"/>
              </a:ext>
            </a:extLst>
          </p:cNvPr>
          <p:cNvSpPr txBox="1"/>
          <p:nvPr/>
        </p:nvSpPr>
        <p:spPr>
          <a:xfrm>
            <a:off x="796412" y="149630"/>
            <a:ext cx="10422193"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                 Program Simple Explanation</a:t>
            </a:r>
          </a:p>
        </p:txBody>
      </p:sp>
      <p:sp>
        <p:nvSpPr>
          <p:cNvPr id="5" name="TextBox 4">
            <a:extLst>
              <a:ext uri="{FF2B5EF4-FFF2-40B4-BE49-F238E27FC236}">
                <a16:creationId xmlns:a16="http://schemas.microsoft.com/office/drawing/2014/main" id="{DEB8DB7A-6647-17F3-99AF-582370CF114C}"/>
              </a:ext>
            </a:extLst>
          </p:cNvPr>
          <p:cNvSpPr txBox="1"/>
          <p:nvPr/>
        </p:nvSpPr>
        <p:spPr>
          <a:xfrm>
            <a:off x="255638" y="1013174"/>
            <a:ext cx="8957187" cy="144655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This Python program appears to be designed to control a system involving magnetic sensors and LEDs using a Raspberry Pi (</a:t>
            </a:r>
            <a:r>
              <a:rPr lang="en-US" sz="2000" dirty="0" err="1">
                <a:latin typeface="Times New Roman" panose="02020603050405020304" pitchFamily="18" charset="0"/>
                <a:cs typeface="Times New Roman" panose="02020603050405020304" pitchFamily="18" charset="0"/>
              </a:rPr>
              <a:t>Rpi</a:t>
            </a:r>
            <a:r>
              <a:rPr lang="en-US" sz="2000" dirty="0">
                <a:latin typeface="Times New Roman" panose="02020603050405020304" pitchFamily="18" charset="0"/>
                <a:cs typeface="Times New Roman" panose="02020603050405020304" pitchFamily="18" charset="0"/>
              </a:rPr>
              <a:t> GPIO library).</a:t>
            </a:r>
          </a:p>
          <a:p>
            <a:endParaRPr lang="en-US" sz="20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Importing libraries and setting up GPIO:</a:t>
            </a:r>
          </a:p>
        </p:txBody>
      </p:sp>
      <p:sp>
        <p:nvSpPr>
          <p:cNvPr id="7" name="TextBox 6">
            <a:extLst>
              <a:ext uri="{FF2B5EF4-FFF2-40B4-BE49-F238E27FC236}">
                <a16:creationId xmlns:a16="http://schemas.microsoft.com/office/drawing/2014/main" id="{533CC3A7-A312-8F12-6C48-DA452E6A2AF2}"/>
              </a:ext>
            </a:extLst>
          </p:cNvPr>
          <p:cNvSpPr txBox="1"/>
          <p:nvPr/>
        </p:nvSpPr>
        <p:spPr>
          <a:xfrm>
            <a:off x="417869" y="3545657"/>
            <a:ext cx="11179277" cy="1200329"/>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The code begins by importing the </a:t>
            </a:r>
            <a:r>
              <a:rPr lang="en-US" dirty="0" err="1">
                <a:latin typeface="Times New Roman" panose="02020603050405020304" pitchFamily="18" charset="0"/>
                <a:cs typeface="Times New Roman" panose="02020603050405020304" pitchFamily="18" charset="0"/>
              </a:rPr>
              <a:t>Rpi.GPIO</a:t>
            </a:r>
            <a:r>
              <a:rPr lang="en-US" dirty="0">
                <a:latin typeface="Times New Roman" panose="02020603050405020304" pitchFamily="18" charset="0"/>
                <a:cs typeface="Times New Roman" panose="02020603050405020304" pitchFamily="18" charset="0"/>
              </a:rPr>
              <a:t> library for Raspberry Pi GPIO control and the </a:t>
            </a:r>
            <a:r>
              <a:rPr lang="en-US" dirty="0" err="1">
                <a:latin typeface="Times New Roman" panose="02020603050405020304" pitchFamily="18" charset="0"/>
                <a:cs typeface="Times New Roman" panose="02020603050405020304" pitchFamily="18" charset="0"/>
              </a:rPr>
              <a:t>time.sleep</a:t>
            </a:r>
            <a:r>
              <a:rPr lang="en-US" dirty="0">
                <a:latin typeface="Times New Roman" panose="02020603050405020304" pitchFamily="18" charset="0"/>
                <a:cs typeface="Times New Roman" panose="02020603050405020304" pitchFamily="18" charset="0"/>
              </a:rPr>
              <a:t> function for adding </a:t>
            </a:r>
            <a:r>
              <a:rPr lang="en-US" dirty="0" err="1">
                <a:latin typeface="Times New Roman" panose="02020603050405020304" pitchFamily="18" charset="0"/>
                <a:cs typeface="Times New Roman" panose="02020603050405020304" pitchFamily="18" charset="0"/>
              </a:rPr>
              <a:t>delays.It</a:t>
            </a:r>
            <a:r>
              <a:rPr lang="en-US" dirty="0">
                <a:latin typeface="Times New Roman" panose="02020603050405020304" pitchFamily="18" charset="0"/>
                <a:cs typeface="Times New Roman" panose="02020603050405020304" pitchFamily="18" charset="0"/>
              </a:rPr>
              <a:t> defines various pins for magnetic sensors (hallpin1 to hallpin33) and LEDs (LED1 to LED32).It disables warnings and sets the GPIO mode to use physical pin numbers on the Raspberry </a:t>
            </a:r>
            <a:r>
              <a:rPr lang="en-US" dirty="0" err="1">
                <a:latin typeface="Times New Roman" panose="02020603050405020304" pitchFamily="18" charset="0"/>
                <a:cs typeface="Times New Roman" panose="02020603050405020304" pitchFamily="18" charset="0"/>
              </a:rPr>
              <a:t>Pi.It</a:t>
            </a:r>
            <a:r>
              <a:rPr lang="en-US" dirty="0">
                <a:latin typeface="Times New Roman" panose="02020603050405020304" pitchFamily="18" charset="0"/>
                <a:cs typeface="Times New Roman" panose="02020603050405020304" pitchFamily="18" charset="0"/>
              </a:rPr>
              <a:t> configures the pins for input (sensors) or output (LEDs) and initializes the LEDs to be initially turned off.</a:t>
            </a:r>
          </a:p>
        </p:txBody>
      </p:sp>
      <p:pic>
        <p:nvPicPr>
          <p:cNvPr id="1026" name="Picture 2" descr="What you will need | Setting up your Raspberry Pi | Coding ...">
            <a:extLst>
              <a:ext uri="{FF2B5EF4-FFF2-40B4-BE49-F238E27FC236}">
                <a16:creationId xmlns:a16="http://schemas.microsoft.com/office/drawing/2014/main" id="{AFB50F26-6EAE-713C-50E3-3F1453E9A1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6776" y="1570330"/>
            <a:ext cx="2972567" cy="181804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BF40693E-0D33-EE6E-A082-F215DCC8B184}"/>
              </a:ext>
            </a:extLst>
          </p:cNvPr>
          <p:cNvPicPr>
            <a:picLocks noChangeAspect="1"/>
          </p:cNvPicPr>
          <p:nvPr/>
        </p:nvPicPr>
        <p:blipFill>
          <a:blip r:embed="rId3"/>
          <a:stretch>
            <a:fillRect/>
          </a:stretch>
        </p:blipFill>
        <p:spPr>
          <a:xfrm>
            <a:off x="9422928" y="5307297"/>
            <a:ext cx="1333563" cy="1333563"/>
          </a:xfrm>
          <a:prstGeom prst="rect">
            <a:avLst/>
          </a:prstGeom>
        </p:spPr>
      </p:pic>
      <p:pic>
        <p:nvPicPr>
          <p:cNvPr id="9" name="Picture 8">
            <a:extLst>
              <a:ext uri="{FF2B5EF4-FFF2-40B4-BE49-F238E27FC236}">
                <a16:creationId xmlns:a16="http://schemas.microsoft.com/office/drawing/2014/main" id="{3916777C-2EC4-2AC7-A94D-4624A28B4F14}"/>
              </a:ext>
            </a:extLst>
          </p:cNvPr>
          <p:cNvPicPr>
            <a:picLocks noChangeAspect="1"/>
          </p:cNvPicPr>
          <p:nvPr/>
        </p:nvPicPr>
        <p:blipFill>
          <a:blip r:embed="rId4"/>
          <a:stretch>
            <a:fillRect/>
          </a:stretch>
        </p:blipFill>
        <p:spPr>
          <a:xfrm>
            <a:off x="1048329" y="5557403"/>
            <a:ext cx="833353" cy="833353"/>
          </a:xfrm>
          <a:prstGeom prst="rect">
            <a:avLst/>
          </a:prstGeom>
        </p:spPr>
      </p:pic>
      <p:pic>
        <p:nvPicPr>
          <p:cNvPr id="10" name="Picture 9">
            <a:extLst>
              <a:ext uri="{FF2B5EF4-FFF2-40B4-BE49-F238E27FC236}">
                <a16:creationId xmlns:a16="http://schemas.microsoft.com/office/drawing/2014/main" id="{E051E0E5-23D0-14DB-25CD-BBD24D0DCD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00668" y="5307299"/>
            <a:ext cx="1333563" cy="1207262"/>
          </a:xfrm>
          <a:prstGeom prst="rect">
            <a:avLst/>
          </a:prstGeom>
        </p:spPr>
      </p:pic>
      <p:pic>
        <p:nvPicPr>
          <p:cNvPr id="11" name="Picture 10">
            <a:extLst>
              <a:ext uri="{FF2B5EF4-FFF2-40B4-BE49-F238E27FC236}">
                <a16:creationId xmlns:a16="http://schemas.microsoft.com/office/drawing/2014/main" id="{D8F5C328-FA44-6FA1-47B3-5DFD9D9BD3D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70266" y="5060548"/>
            <a:ext cx="2716038" cy="1700763"/>
          </a:xfrm>
          <a:prstGeom prst="rect">
            <a:avLst/>
          </a:prstGeom>
        </p:spPr>
      </p:pic>
    </p:spTree>
    <p:extLst>
      <p:ext uri="{BB962C8B-B14F-4D97-AF65-F5344CB8AC3E}">
        <p14:creationId xmlns:p14="http://schemas.microsoft.com/office/powerpoint/2010/main" val="2001054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C097C3-5B77-1455-EA8B-4B8EE5118319}"/>
              </a:ext>
            </a:extLst>
          </p:cNvPr>
          <p:cNvSpPr txBox="1"/>
          <p:nvPr/>
        </p:nvSpPr>
        <p:spPr>
          <a:xfrm>
            <a:off x="442451" y="351022"/>
            <a:ext cx="10550013" cy="1754326"/>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Sensor Reading: </a:t>
            </a:r>
          </a:p>
          <a:p>
            <a:r>
              <a:rPr lang="en-US" sz="2000" dirty="0">
                <a:latin typeface="Times New Roman" panose="02020603050405020304" pitchFamily="18" charset="0"/>
                <a:cs typeface="Times New Roman" panose="02020603050405020304" pitchFamily="18" charset="0"/>
              </a:rPr>
              <a:t>                                     The code enters an infinite loop, where it continuously reads the state of the magnetic sensors .For each sensor, it checks whether it is detecting a magnetic field (True) or not (False) and sets corresponding variables (a1 to d3) to 1 or 0 accordingly It prints messages indicating whether each sensor detected a magnet or not.</a:t>
            </a:r>
          </a:p>
        </p:txBody>
      </p:sp>
      <p:sp>
        <p:nvSpPr>
          <p:cNvPr id="5" name="TextBox 4">
            <a:extLst>
              <a:ext uri="{FF2B5EF4-FFF2-40B4-BE49-F238E27FC236}">
                <a16:creationId xmlns:a16="http://schemas.microsoft.com/office/drawing/2014/main" id="{D572F490-6245-4897-AFA0-722202ADB7FB}"/>
              </a:ext>
            </a:extLst>
          </p:cNvPr>
          <p:cNvSpPr txBox="1"/>
          <p:nvPr/>
        </p:nvSpPr>
        <p:spPr>
          <a:xfrm>
            <a:off x="442451" y="2290227"/>
            <a:ext cx="10186219" cy="1138773"/>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Summation:</a:t>
            </a:r>
          </a:p>
          <a:p>
            <a:r>
              <a:rPr lang="en-US" sz="2000" dirty="0">
                <a:latin typeface="Times New Roman" panose="02020603050405020304" pitchFamily="18" charset="0"/>
                <a:cs typeface="Times New Roman" panose="02020603050405020304" pitchFamily="18" charset="0"/>
              </a:rPr>
              <a:t>                           After reading all the sensors, it calculates the sum of the variables a1, a2, a3, b1, b2, b3, c1, c2, c3, d1, d2, and d3.These sums are stored in sum1, sum2, sum3, and sum4.</a:t>
            </a:r>
          </a:p>
        </p:txBody>
      </p:sp>
      <p:sp>
        <p:nvSpPr>
          <p:cNvPr id="7" name="TextBox 6">
            <a:extLst>
              <a:ext uri="{FF2B5EF4-FFF2-40B4-BE49-F238E27FC236}">
                <a16:creationId xmlns:a16="http://schemas.microsoft.com/office/drawing/2014/main" id="{3C833671-DD9C-E19B-E745-333E1DB4A86E}"/>
              </a:ext>
            </a:extLst>
          </p:cNvPr>
          <p:cNvSpPr txBox="1"/>
          <p:nvPr/>
        </p:nvSpPr>
        <p:spPr>
          <a:xfrm>
            <a:off x="442451" y="3842131"/>
            <a:ext cx="11159613" cy="236988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LED Control:</a:t>
            </a:r>
          </a:p>
          <a:p>
            <a:r>
              <a:rPr lang="en-US" sz="2000" dirty="0">
                <a:latin typeface="Times New Roman" panose="02020603050405020304" pitchFamily="18" charset="0"/>
                <a:cs typeface="Times New Roman" panose="02020603050405020304" pitchFamily="18" charset="0"/>
              </a:rPr>
              <a:t>                               The code then checks if f1, f2, f3, and f4 are 0 (initially, they are).For each "f" variable (f1 to f4), it checks the highest sum value among the corresponding sensors (sum1 to sum4).If the current "f" variable is 0, and the corresponding sum is the highest, it turns on a set of LEDs (LED1/12/22/32, LED11/2/22/32, etc.) and waits for 15 seconds. After the wait, it turns off the same set of LEDs and sets the "f" variable to 1 to indicate that the LEDs have been activated. This logic essentially activates LEDs corresponding to the sensors that have the highest magnetic field readings, one "f" variable at a time.</a:t>
            </a:r>
          </a:p>
        </p:txBody>
      </p:sp>
    </p:spTree>
    <p:extLst>
      <p:ext uri="{BB962C8B-B14F-4D97-AF65-F5344CB8AC3E}">
        <p14:creationId xmlns:p14="http://schemas.microsoft.com/office/powerpoint/2010/main" val="2769924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BCC26-0A73-94AD-82F6-5C6ED31385BA}"/>
              </a:ext>
            </a:extLst>
          </p:cNvPr>
          <p:cNvSpPr txBox="1"/>
          <p:nvPr/>
        </p:nvSpPr>
        <p:spPr>
          <a:xfrm>
            <a:off x="442452" y="712271"/>
            <a:ext cx="11307096" cy="1969770"/>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Sleep and Loop: </a:t>
            </a:r>
          </a:p>
          <a:p>
            <a:r>
              <a:rPr lang="en-US" dirty="0">
                <a:latin typeface="Times New Roman" panose="02020603050405020304" pitchFamily="18" charset="0"/>
                <a:cs typeface="Times New Roman" panose="02020603050405020304" pitchFamily="18" charset="0"/>
              </a:rPr>
              <a:t>After all the comparisons are made and LEDs are potentially activated, the code sleeps for 2 seconds before looping back to read the sensor values again . In summary, this program monitors multiple magnetic sensors and activates specific sets of LEDs based on which sensors detect the strongest magnetic fields. The LEDs are turned on for a fixed duration of 15 seconds and then turned off. The program continues to monitor and update the LED states in response to changes in the magnetic field detected by the sensors</a:t>
            </a:r>
          </a:p>
        </p:txBody>
      </p:sp>
    </p:spTree>
    <p:extLst>
      <p:ext uri="{BB962C8B-B14F-4D97-AF65-F5344CB8AC3E}">
        <p14:creationId xmlns:p14="http://schemas.microsoft.com/office/powerpoint/2010/main" val="1282611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extBox 139">
            <a:extLst>
              <a:ext uri="{FF2B5EF4-FFF2-40B4-BE49-F238E27FC236}">
                <a16:creationId xmlns:a16="http://schemas.microsoft.com/office/drawing/2014/main" id="{13623931-15D2-4834-8280-54ACC1445BD1}"/>
              </a:ext>
            </a:extLst>
          </p:cNvPr>
          <p:cNvSpPr txBox="1"/>
          <p:nvPr/>
        </p:nvSpPr>
        <p:spPr>
          <a:xfrm>
            <a:off x="4277032" y="560791"/>
            <a:ext cx="7570839" cy="584775"/>
          </a:xfrm>
          <a:prstGeom prst="rect">
            <a:avLst/>
          </a:prstGeom>
          <a:noFill/>
        </p:spPr>
        <p:txBody>
          <a:bodyPr wrap="square" rtlCol="0" anchor="ctr">
            <a:spAutoFit/>
          </a:bodyPr>
          <a:lstStyle/>
          <a:p>
            <a:r>
              <a:rPr lang="en-US" sz="3200" b="1" i="0" dirty="0">
                <a:effectLst/>
                <a:latin typeface="Times New Roman" panose="02020603050405020304" pitchFamily="18" charset="0"/>
                <a:cs typeface="Times New Roman" panose="02020603050405020304" pitchFamily="18" charset="0"/>
              </a:rPr>
              <a:t>Define Project Scope and Requirements:</a:t>
            </a:r>
            <a:endParaRPr lang="ko-KR" altLang="en-US" sz="3200" dirty="0">
              <a:solidFill>
                <a:schemeClr val="accent6"/>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2B2BEC2-F24D-8AC1-EC45-00AC35394489}"/>
              </a:ext>
            </a:extLst>
          </p:cNvPr>
          <p:cNvSpPr txBox="1"/>
          <p:nvPr/>
        </p:nvSpPr>
        <p:spPr>
          <a:xfrm>
            <a:off x="4277032" y="1946391"/>
            <a:ext cx="7914968" cy="2062103"/>
          </a:xfrm>
          <a:prstGeom prst="rect">
            <a:avLst/>
          </a:prstGeom>
          <a:noFill/>
        </p:spPr>
        <p:txBody>
          <a:bodyPr wrap="square">
            <a:spAutoFit/>
          </a:bodyPr>
          <a:lstStyle/>
          <a:p>
            <a:r>
              <a:rPr lang="en-US" sz="3200" b="0" i="0" dirty="0">
                <a:solidFill>
                  <a:srgbClr val="374151"/>
                </a:solidFill>
                <a:effectLst/>
                <a:latin typeface="Times New Roman" panose="02020603050405020304" pitchFamily="18" charset="0"/>
                <a:cs typeface="Times New Roman" panose="02020603050405020304" pitchFamily="18" charset="0"/>
              </a:rPr>
              <a:t>    Clearly define the goals and requirements of your traffic management system. What traffic data are you collecting? What will the system do with this data? Who are the stakeholders?</a:t>
            </a:r>
            <a:endParaRPr lang="en-US" sz="3200" dirty="0">
              <a:latin typeface="Times New Roman" panose="02020603050405020304" pitchFamily="18" charset="0"/>
              <a:cs typeface="Times New Roman" panose="02020603050405020304" pitchFamily="18" charset="0"/>
            </a:endParaRPr>
          </a:p>
        </p:txBody>
      </p:sp>
      <p:pic>
        <p:nvPicPr>
          <p:cNvPr id="6146" name="Picture 2" descr="IOT based Intelligent Traffic Management System">
            <a:extLst>
              <a:ext uri="{FF2B5EF4-FFF2-40B4-BE49-F238E27FC236}">
                <a16:creationId xmlns:a16="http://schemas.microsoft.com/office/drawing/2014/main" id="{C128FC89-C18A-8FC3-5D2E-1D08A1AD24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442884" y="1442885"/>
            <a:ext cx="6858000" cy="3972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6102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prstGeom prst="rect">
            <a:avLst/>
          </a:prstGeom>
        </p:spPr>
        <p:txBody>
          <a:bodyPr/>
          <a:lstStyle/>
          <a:p>
            <a:r>
              <a:rPr lang="en-US" b="1" i="0" dirty="0">
                <a:effectLst/>
                <a:latin typeface="Times New Roman" panose="02020603050405020304" pitchFamily="18" charset="0"/>
                <a:cs typeface="Times New Roman" panose="02020603050405020304" pitchFamily="18" charset="0"/>
              </a:rPr>
              <a:t>Choose IoT Devices:</a:t>
            </a:r>
            <a:endParaRPr lang="en-US" dirty="0">
              <a:latin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id="{2F13A143-FABB-4419-8242-942D0B28963F}"/>
              </a:ext>
            </a:extLst>
          </p:cNvPr>
          <p:cNvGrpSpPr/>
          <p:nvPr/>
        </p:nvGrpSpPr>
        <p:grpSpPr>
          <a:xfrm>
            <a:off x="1186585" y="1328761"/>
            <a:ext cx="683999" cy="724246"/>
            <a:chOff x="2037500" y="3040187"/>
            <a:chExt cx="419949" cy="419949"/>
          </a:xfrm>
          <a:solidFill>
            <a:schemeClr val="accent5"/>
          </a:solidFill>
        </p:grpSpPr>
        <p:sp>
          <p:nvSpPr>
            <p:cNvPr id="3" name="Circle: Hollow 2">
              <a:extLst>
                <a:ext uri="{FF2B5EF4-FFF2-40B4-BE49-F238E27FC236}">
                  <a16:creationId xmlns:a16="http://schemas.microsoft.com/office/drawing/2014/main" id="{EEB31F12-24DE-47BD-96A4-4772956DE499}"/>
                </a:ext>
              </a:extLst>
            </p:cNvPr>
            <p:cNvSpPr/>
            <p:nvPr/>
          </p:nvSpPr>
          <p:spPr>
            <a:xfrm>
              <a:off x="2037500" y="3040187"/>
              <a:ext cx="419949" cy="419949"/>
            </a:xfrm>
            <a:prstGeom prst="donut">
              <a:avLst>
                <a:gd name="adj" fmla="val 11391"/>
              </a:avLst>
            </a:prstGeom>
            <a:grp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Oval 3">
              <a:extLst>
                <a:ext uri="{FF2B5EF4-FFF2-40B4-BE49-F238E27FC236}">
                  <a16:creationId xmlns:a16="http://schemas.microsoft.com/office/drawing/2014/main" id="{68E69175-0207-4400-9307-16A395CEF473}"/>
                </a:ext>
              </a:extLst>
            </p:cNvPr>
            <p:cNvSpPr/>
            <p:nvPr/>
          </p:nvSpPr>
          <p:spPr>
            <a:xfrm>
              <a:off x="2133174" y="3135861"/>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5">
            <a:extLst>
              <a:ext uri="{FF2B5EF4-FFF2-40B4-BE49-F238E27FC236}">
                <a16:creationId xmlns:a16="http://schemas.microsoft.com/office/drawing/2014/main" id="{F75BF166-7072-4AA4-8069-95FD145B99C4}"/>
              </a:ext>
            </a:extLst>
          </p:cNvPr>
          <p:cNvSpPr/>
          <p:nvPr/>
        </p:nvSpPr>
        <p:spPr>
          <a:xfrm>
            <a:off x="1518285" y="1317203"/>
            <a:ext cx="9189720" cy="476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C6FBDA3-ED66-49D2-BEF6-9F5587F30E48}"/>
              </a:ext>
            </a:extLst>
          </p:cNvPr>
          <p:cNvSpPr/>
          <p:nvPr/>
        </p:nvSpPr>
        <p:spPr>
          <a:xfrm>
            <a:off x="1425545" y="1990318"/>
            <a:ext cx="9189720" cy="476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EB5B7656-A25F-4708-B7CC-F3B88884B984}"/>
              </a:ext>
            </a:extLst>
          </p:cNvPr>
          <p:cNvGrpSpPr/>
          <p:nvPr/>
        </p:nvGrpSpPr>
        <p:grpSpPr>
          <a:xfrm>
            <a:off x="10242764" y="1315846"/>
            <a:ext cx="745001" cy="695155"/>
            <a:chOff x="2037500" y="3040187"/>
            <a:chExt cx="419949" cy="419949"/>
          </a:xfrm>
          <a:solidFill>
            <a:schemeClr val="accent5"/>
          </a:solidFill>
        </p:grpSpPr>
        <p:sp>
          <p:nvSpPr>
            <p:cNvPr id="10" name="Circle: Hollow 9">
              <a:extLst>
                <a:ext uri="{FF2B5EF4-FFF2-40B4-BE49-F238E27FC236}">
                  <a16:creationId xmlns:a16="http://schemas.microsoft.com/office/drawing/2014/main" id="{6F3EA9AC-33DD-4240-9690-1E53E7BBA878}"/>
                </a:ext>
              </a:extLst>
            </p:cNvPr>
            <p:cNvSpPr/>
            <p:nvPr/>
          </p:nvSpPr>
          <p:spPr>
            <a:xfrm>
              <a:off x="2037500" y="3040187"/>
              <a:ext cx="419949" cy="419949"/>
            </a:xfrm>
            <a:prstGeom prst="donut">
              <a:avLst>
                <a:gd name="adj" fmla="val 11391"/>
              </a:avLst>
            </a:prstGeom>
            <a:grp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Oval 10">
              <a:extLst>
                <a:ext uri="{FF2B5EF4-FFF2-40B4-BE49-F238E27FC236}">
                  <a16:creationId xmlns:a16="http://schemas.microsoft.com/office/drawing/2014/main" id="{DA451C7B-2039-4F27-B6CE-30082BCC35D5}"/>
                </a:ext>
              </a:extLst>
            </p:cNvPr>
            <p:cNvSpPr/>
            <p:nvPr/>
          </p:nvSpPr>
          <p:spPr>
            <a:xfrm>
              <a:off x="2133174" y="3135861"/>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Oval 8">
            <a:extLst>
              <a:ext uri="{FF2B5EF4-FFF2-40B4-BE49-F238E27FC236}">
                <a16:creationId xmlns:a16="http://schemas.microsoft.com/office/drawing/2014/main" id="{0369B48D-185D-43CE-A13D-9909D1C397DF}"/>
              </a:ext>
            </a:extLst>
          </p:cNvPr>
          <p:cNvSpPr/>
          <p:nvPr/>
        </p:nvSpPr>
        <p:spPr>
          <a:xfrm>
            <a:off x="10393717" y="1424068"/>
            <a:ext cx="459256" cy="48241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7" name="Oval 13">
            <a:extLst>
              <a:ext uri="{FF2B5EF4-FFF2-40B4-BE49-F238E27FC236}">
                <a16:creationId xmlns:a16="http://schemas.microsoft.com/office/drawing/2014/main" id="{A0240128-0CEF-4E48-A50F-6587512F0713}"/>
              </a:ext>
            </a:extLst>
          </p:cNvPr>
          <p:cNvSpPr/>
          <p:nvPr/>
        </p:nvSpPr>
        <p:spPr>
          <a:xfrm>
            <a:off x="5743474" y="1482306"/>
            <a:ext cx="405295" cy="407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8" name="Oval 113">
            <a:extLst>
              <a:ext uri="{FF2B5EF4-FFF2-40B4-BE49-F238E27FC236}">
                <a16:creationId xmlns:a16="http://schemas.microsoft.com/office/drawing/2014/main" id="{3E890389-F6B7-4E7F-873B-DC5920EE3ACF}"/>
              </a:ext>
            </a:extLst>
          </p:cNvPr>
          <p:cNvSpPr/>
          <p:nvPr/>
        </p:nvSpPr>
        <p:spPr>
          <a:xfrm>
            <a:off x="5578269" y="2408590"/>
            <a:ext cx="684000" cy="68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nvGrpSpPr>
          <p:cNvPr id="19" name="Group 5">
            <a:extLst>
              <a:ext uri="{FF2B5EF4-FFF2-40B4-BE49-F238E27FC236}">
                <a16:creationId xmlns:a16="http://schemas.microsoft.com/office/drawing/2014/main" id="{68DB03E9-E73C-4931-B713-AE590DD1FEE9}"/>
              </a:ext>
            </a:extLst>
          </p:cNvPr>
          <p:cNvGrpSpPr/>
          <p:nvPr/>
        </p:nvGrpSpPr>
        <p:grpSpPr>
          <a:xfrm>
            <a:off x="4157577" y="3098414"/>
            <a:ext cx="3025213" cy="499937"/>
            <a:chOff x="2676933" y="3433869"/>
            <a:chExt cx="1853801" cy="380597"/>
          </a:xfrm>
        </p:grpSpPr>
        <p:sp>
          <p:nvSpPr>
            <p:cNvPr id="20" name="TextBox 19">
              <a:extLst>
                <a:ext uri="{FF2B5EF4-FFF2-40B4-BE49-F238E27FC236}">
                  <a16:creationId xmlns:a16="http://schemas.microsoft.com/office/drawing/2014/main" id="{977C9AC5-BDD4-4F68-B24D-5489F038CA81}"/>
                </a:ext>
              </a:extLst>
            </p:cNvPr>
            <p:cNvSpPr txBox="1"/>
            <p:nvPr/>
          </p:nvSpPr>
          <p:spPr>
            <a:xfrm>
              <a:off x="2980467" y="3433869"/>
              <a:ext cx="1550267" cy="257738"/>
            </a:xfrm>
            <a:prstGeom prst="rect">
              <a:avLst/>
            </a:prstGeom>
            <a:noFill/>
          </p:spPr>
          <p:txBody>
            <a:bodyPr wrap="square" rtlCol="0" anchor="ctr">
              <a:spAutoFit/>
            </a:bodyPr>
            <a:lstStyle/>
            <a:p>
              <a:pPr algn="ctr"/>
              <a:r>
                <a:rPr lang="en-US" sz="1600" b="1" i="0" u="sng" dirty="0">
                  <a:solidFill>
                    <a:srgbClr val="37415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vehicle detection sensors</a:t>
              </a:r>
              <a:endParaRPr lang="ko-KR" altLang="en-US" sz="1600" b="1" u="sng"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D11778EE-ECBA-44D6-9C55-EDAECFEABB39}"/>
                </a:ext>
              </a:extLst>
            </p:cNvPr>
            <p:cNvSpPr txBox="1"/>
            <p:nvPr/>
          </p:nvSpPr>
          <p:spPr>
            <a:xfrm>
              <a:off x="2676933" y="3603589"/>
              <a:ext cx="1550267" cy="210877"/>
            </a:xfrm>
            <a:prstGeom prst="rect">
              <a:avLst/>
            </a:prstGeom>
            <a:noFill/>
          </p:spPr>
          <p:txBody>
            <a:bodyPr wrap="square" rtlCol="0">
              <a:spAutoFit/>
            </a:bodyPr>
            <a:lstStyle/>
            <a:p>
              <a:pPr algn="ctr"/>
              <a:endParaRPr lang="ko-KR" altLang="en-US" sz="1200" dirty="0">
                <a:solidFill>
                  <a:schemeClr val="tx1">
                    <a:lumMod val="75000"/>
                    <a:lumOff val="25000"/>
                  </a:schemeClr>
                </a:solidFill>
                <a:cs typeface="Arial" pitchFamily="34" charset="0"/>
              </a:endParaRPr>
            </a:p>
          </p:txBody>
        </p:sp>
      </p:grpSp>
      <p:cxnSp>
        <p:nvCxnSpPr>
          <p:cNvPr id="22" name="Straight Arrow Connector 115">
            <a:extLst>
              <a:ext uri="{FF2B5EF4-FFF2-40B4-BE49-F238E27FC236}">
                <a16:creationId xmlns:a16="http://schemas.microsoft.com/office/drawing/2014/main" id="{952D92D8-6A16-489C-81DB-48A1BD9AD74A}"/>
              </a:ext>
            </a:extLst>
          </p:cNvPr>
          <p:cNvCxnSpPr>
            <a:cxnSpLocks/>
          </p:cNvCxnSpPr>
          <p:nvPr/>
        </p:nvCxnSpPr>
        <p:spPr>
          <a:xfrm flipV="1">
            <a:off x="5929479" y="2092493"/>
            <a:ext cx="0" cy="293898"/>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3" name="Oval 119">
            <a:extLst>
              <a:ext uri="{FF2B5EF4-FFF2-40B4-BE49-F238E27FC236}">
                <a16:creationId xmlns:a16="http://schemas.microsoft.com/office/drawing/2014/main" id="{EC428F3E-86E5-4C7E-8BB6-C19481FC476A}"/>
              </a:ext>
            </a:extLst>
          </p:cNvPr>
          <p:cNvSpPr/>
          <p:nvPr/>
        </p:nvSpPr>
        <p:spPr>
          <a:xfrm>
            <a:off x="10273263" y="2297743"/>
            <a:ext cx="684000" cy="684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cxnSp>
        <p:nvCxnSpPr>
          <p:cNvPr id="27" name="Straight Arrow Connector 121">
            <a:extLst>
              <a:ext uri="{FF2B5EF4-FFF2-40B4-BE49-F238E27FC236}">
                <a16:creationId xmlns:a16="http://schemas.microsoft.com/office/drawing/2014/main" id="{B524CF61-D42C-433C-89AF-6FBD0B552EAF}"/>
              </a:ext>
            </a:extLst>
          </p:cNvPr>
          <p:cNvCxnSpPr>
            <a:cxnSpLocks/>
          </p:cNvCxnSpPr>
          <p:nvPr/>
        </p:nvCxnSpPr>
        <p:spPr>
          <a:xfrm flipV="1">
            <a:off x="10615265" y="1990318"/>
            <a:ext cx="0" cy="352505"/>
          </a:xfrm>
          <a:prstGeom prst="straightConnector1">
            <a:avLst/>
          </a:prstGeom>
          <a:ln w="25400">
            <a:solidFill>
              <a:schemeClr val="accent3"/>
            </a:solidFill>
            <a:tailEnd type="arrow"/>
          </a:ln>
        </p:spPr>
        <p:style>
          <a:lnRef idx="1">
            <a:schemeClr val="accent1"/>
          </a:lnRef>
          <a:fillRef idx="0">
            <a:schemeClr val="accent1"/>
          </a:fillRef>
          <a:effectRef idx="0">
            <a:schemeClr val="accent1"/>
          </a:effectRef>
          <a:fontRef idx="minor">
            <a:schemeClr val="tx1"/>
          </a:fontRef>
        </p:style>
      </p:cxnSp>
      <p:sp>
        <p:nvSpPr>
          <p:cNvPr id="56" name="Rounded Rectangle 27">
            <a:extLst>
              <a:ext uri="{FF2B5EF4-FFF2-40B4-BE49-F238E27FC236}">
                <a16:creationId xmlns:a16="http://schemas.microsoft.com/office/drawing/2014/main" id="{70F4ED28-041B-4162-8304-24DC4110682B}"/>
              </a:ext>
            </a:extLst>
          </p:cNvPr>
          <p:cNvSpPr/>
          <p:nvPr/>
        </p:nvSpPr>
        <p:spPr>
          <a:xfrm>
            <a:off x="5906868" y="4441822"/>
            <a:ext cx="367329" cy="282159"/>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58" name="Block Arc 25">
            <a:extLst>
              <a:ext uri="{FF2B5EF4-FFF2-40B4-BE49-F238E27FC236}">
                <a16:creationId xmlns:a16="http://schemas.microsoft.com/office/drawing/2014/main" id="{20E0B708-6837-4DD8-A292-CD1B202226C0}"/>
              </a:ext>
            </a:extLst>
          </p:cNvPr>
          <p:cNvSpPr/>
          <p:nvPr/>
        </p:nvSpPr>
        <p:spPr>
          <a:xfrm>
            <a:off x="4433516" y="3389859"/>
            <a:ext cx="245394" cy="354521"/>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62" name="Oval 113">
            <a:extLst>
              <a:ext uri="{FF2B5EF4-FFF2-40B4-BE49-F238E27FC236}">
                <a16:creationId xmlns:a16="http://schemas.microsoft.com/office/drawing/2014/main" id="{69C733C2-2FA8-4516-A1B5-C4E1702701EE}"/>
              </a:ext>
            </a:extLst>
          </p:cNvPr>
          <p:cNvSpPr/>
          <p:nvPr/>
        </p:nvSpPr>
        <p:spPr>
          <a:xfrm>
            <a:off x="1204030" y="2376566"/>
            <a:ext cx="684000" cy="684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nvGrpSpPr>
          <p:cNvPr id="63" name="Group 5">
            <a:extLst>
              <a:ext uri="{FF2B5EF4-FFF2-40B4-BE49-F238E27FC236}">
                <a16:creationId xmlns:a16="http://schemas.microsoft.com/office/drawing/2014/main" id="{F2B4ABED-A1BD-4C16-8B53-0818FC1DD935}"/>
              </a:ext>
            </a:extLst>
          </p:cNvPr>
          <p:cNvGrpSpPr/>
          <p:nvPr/>
        </p:nvGrpSpPr>
        <p:grpSpPr>
          <a:xfrm>
            <a:off x="448543" y="3059506"/>
            <a:ext cx="2262709" cy="2212596"/>
            <a:chOff x="2676933" y="3473704"/>
            <a:chExt cx="1550267" cy="406884"/>
          </a:xfrm>
        </p:grpSpPr>
        <p:sp>
          <p:nvSpPr>
            <p:cNvPr id="64" name="TextBox 63">
              <a:extLst>
                <a:ext uri="{FF2B5EF4-FFF2-40B4-BE49-F238E27FC236}">
                  <a16:creationId xmlns:a16="http://schemas.microsoft.com/office/drawing/2014/main" id="{D6358BDD-DD7B-40E5-A7E6-B120D037861D}"/>
                </a:ext>
              </a:extLst>
            </p:cNvPr>
            <p:cNvSpPr txBox="1"/>
            <p:nvPr/>
          </p:nvSpPr>
          <p:spPr>
            <a:xfrm>
              <a:off x="2676933" y="3473704"/>
              <a:ext cx="1550267" cy="56598"/>
            </a:xfrm>
            <a:prstGeom prst="rect">
              <a:avLst/>
            </a:prstGeom>
            <a:noFill/>
          </p:spPr>
          <p:txBody>
            <a:bodyPr wrap="square" rtlCol="0" anchor="ctr">
              <a:spAutoFit/>
            </a:bodyPr>
            <a:lstStyle/>
            <a:p>
              <a:pPr algn="ctr"/>
              <a:r>
                <a:rPr lang="en-US" altLang="ko-KR" sz="1400" b="1" u="sng" dirty="0">
                  <a:solidFill>
                    <a:schemeClr val="tx1">
                      <a:lumMod val="75000"/>
                      <a:lumOff val="25000"/>
                    </a:schemeClr>
                  </a:solidFill>
                  <a:effectLst>
                    <a:outerShdw blurRad="38100" dist="38100" dir="2700000" algn="tl">
                      <a:srgbClr val="000000">
                        <a:alpha val="43137"/>
                      </a:srgbClr>
                    </a:outerShdw>
                  </a:effectLst>
                  <a:cs typeface="Arial" pitchFamily="34" charset="0"/>
                </a:rPr>
                <a:t>CCTV CAMERS</a:t>
              </a:r>
              <a:endParaRPr lang="ko-KR" altLang="en-US" sz="1400" b="1" u="sng" dirty="0">
                <a:solidFill>
                  <a:schemeClr val="tx1">
                    <a:lumMod val="75000"/>
                    <a:lumOff val="25000"/>
                  </a:schemeClr>
                </a:solidFill>
                <a:effectLst>
                  <a:outerShdw blurRad="38100" dist="38100" dir="2700000" algn="tl">
                    <a:srgbClr val="000000">
                      <a:alpha val="43137"/>
                    </a:srgbClr>
                  </a:outerShdw>
                </a:effectLst>
                <a:cs typeface="Arial" pitchFamily="34" charset="0"/>
              </a:endParaRPr>
            </a:p>
          </p:txBody>
        </p:sp>
        <p:sp>
          <p:nvSpPr>
            <p:cNvPr id="65" name="TextBox 64">
              <a:extLst>
                <a:ext uri="{FF2B5EF4-FFF2-40B4-BE49-F238E27FC236}">
                  <a16:creationId xmlns:a16="http://schemas.microsoft.com/office/drawing/2014/main" id="{3111809C-4391-44F7-98BD-E061958DD2E1}"/>
                </a:ext>
              </a:extLst>
            </p:cNvPr>
            <p:cNvSpPr txBox="1"/>
            <p:nvPr/>
          </p:nvSpPr>
          <p:spPr>
            <a:xfrm>
              <a:off x="2676933" y="3603589"/>
              <a:ext cx="1550267" cy="276999"/>
            </a:xfrm>
            <a:prstGeom prst="rect">
              <a:avLst/>
            </a:prstGeom>
            <a:noFill/>
          </p:spPr>
          <p:txBody>
            <a:bodyPr wrap="square" rtlCol="0">
              <a:spAutoFit/>
            </a:bodyPr>
            <a:lstStyle/>
            <a:p>
              <a:pPr algn="ctr"/>
              <a:endParaRPr lang="ko-KR" altLang="en-US" sz="1200" dirty="0">
                <a:solidFill>
                  <a:schemeClr val="tx1">
                    <a:lumMod val="75000"/>
                    <a:lumOff val="25000"/>
                  </a:schemeClr>
                </a:solidFill>
                <a:cs typeface="Arial" pitchFamily="34" charset="0"/>
              </a:endParaRPr>
            </a:p>
          </p:txBody>
        </p:sp>
      </p:grpSp>
      <p:cxnSp>
        <p:nvCxnSpPr>
          <p:cNvPr id="66" name="Straight Arrow Connector 115">
            <a:extLst>
              <a:ext uri="{FF2B5EF4-FFF2-40B4-BE49-F238E27FC236}">
                <a16:creationId xmlns:a16="http://schemas.microsoft.com/office/drawing/2014/main" id="{81CFEAB3-B3DC-4E5B-8FB1-E08A7E453F47}"/>
              </a:ext>
            </a:extLst>
          </p:cNvPr>
          <p:cNvCxnSpPr>
            <a:cxnSpLocks/>
          </p:cNvCxnSpPr>
          <p:nvPr/>
        </p:nvCxnSpPr>
        <p:spPr>
          <a:xfrm flipV="1">
            <a:off x="1546030" y="2053007"/>
            <a:ext cx="0" cy="293898"/>
          </a:xfrm>
          <a:prstGeom prst="straightConnector1">
            <a:avLst/>
          </a:prstGeom>
          <a:ln w="25400">
            <a:solidFill>
              <a:schemeClr val="accent5"/>
            </a:solidFill>
            <a:tailEnd type="arrow"/>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B166D910-51ED-5DAF-9D21-AD7CAC581EF8}"/>
              </a:ext>
            </a:extLst>
          </p:cNvPr>
          <p:cNvPicPr>
            <a:picLocks noChangeAspect="1"/>
          </p:cNvPicPr>
          <p:nvPr/>
        </p:nvPicPr>
        <p:blipFill>
          <a:blip r:embed="rId3"/>
          <a:stretch>
            <a:fillRect/>
          </a:stretch>
        </p:blipFill>
        <p:spPr>
          <a:xfrm>
            <a:off x="1300704" y="2453013"/>
            <a:ext cx="503800" cy="503800"/>
          </a:xfrm>
          <a:prstGeom prst="rect">
            <a:avLst/>
          </a:prstGeom>
        </p:spPr>
      </p:pic>
      <p:sp>
        <p:nvSpPr>
          <p:cNvPr id="61" name="TextBox 60">
            <a:extLst>
              <a:ext uri="{FF2B5EF4-FFF2-40B4-BE49-F238E27FC236}">
                <a16:creationId xmlns:a16="http://schemas.microsoft.com/office/drawing/2014/main" id="{D41DAEFC-FB3C-11DD-70D5-0C47F44774AA}"/>
              </a:ext>
            </a:extLst>
          </p:cNvPr>
          <p:cNvSpPr txBox="1"/>
          <p:nvPr/>
        </p:nvSpPr>
        <p:spPr>
          <a:xfrm>
            <a:off x="448543" y="3505476"/>
            <a:ext cx="3176635" cy="2308324"/>
          </a:xfrm>
          <a:prstGeom prst="rect">
            <a:avLst/>
          </a:prstGeom>
          <a:noFill/>
        </p:spPr>
        <p:txBody>
          <a:bodyPr wrap="square">
            <a:spAutoFit/>
          </a:bodyPr>
          <a:lstStyle/>
          <a:p>
            <a:r>
              <a:rPr lang="en-US" b="0" i="0" dirty="0">
                <a:solidFill>
                  <a:srgbClr val="374151"/>
                </a:solidFill>
                <a:effectLst/>
                <a:latin typeface="Times New Roman" panose="02020603050405020304" pitchFamily="18" charset="0"/>
                <a:cs typeface="Times New Roman" panose="02020603050405020304" pitchFamily="18" charset="0"/>
              </a:rPr>
              <a:t>CCTV cameras are strategically placed at key intersections, highways, and busy roads to monitor traffic conditions in real-time. Operators can observe the flow of traffic, identify congestion or accidents, and take appropriate actions.</a:t>
            </a:r>
            <a:endParaRPr lang="en-US" dirty="0">
              <a:latin typeface="Times New Roman" panose="02020603050405020304" pitchFamily="18" charset="0"/>
              <a:cs typeface="Times New Roman" panose="02020603050405020304" pitchFamily="18" charset="0"/>
            </a:endParaRPr>
          </a:p>
        </p:txBody>
      </p:sp>
      <p:sp>
        <p:nvSpPr>
          <p:cNvPr id="70" name="TextBox 69">
            <a:extLst>
              <a:ext uri="{FF2B5EF4-FFF2-40B4-BE49-F238E27FC236}">
                <a16:creationId xmlns:a16="http://schemas.microsoft.com/office/drawing/2014/main" id="{684CDD17-DE2E-D803-45F1-372A7D1704EA}"/>
              </a:ext>
            </a:extLst>
          </p:cNvPr>
          <p:cNvSpPr txBox="1"/>
          <p:nvPr/>
        </p:nvSpPr>
        <p:spPr>
          <a:xfrm>
            <a:off x="4559068" y="3505476"/>
            <a:ext cx="3132658" cy="2862322"/>
          </a:xfrm>
          <a:prstGeom prst="rect">
            <a:avLst/>
          </a:prstGeom>
          <a:noFill/>
        </p:spPr>
        <p:txBody>
          <a:bodyPr wrap="square">
            <a:spAutoFit/>
          </a:bodyPr>
          <a:lstStyle/>
          <a:p>
            <a:r>
              <a:rPr lang="en-US" b="1" i="0" dirty="0">
                <a:effectLst/>
                <a:latin typeface="Times New Roman" panose="02020603050405020304" pitchFamily="18" charset="0"/>
                <a:cs typeface="Times New Roman" panose="02020603050405020304" pitchFamily="18" charset="0"/>
              </a:rPr>
              <a:t>Speed Measurement:</a:t>
            </a:r>
            <a:endParaRPr lang="en-US" b="0" i="0" dirty="0">
              <a:solidFill>
                <a:srgbClr val="374151"/>
              </a:solidFill>
              <a:effectLst/>
              <a:latin typeface="Times New Roman" panose="02020603050405020304" pitchFamily="18" charset="0"/>
              <a:cs typeface="Times New Roman" panose="02020603050405020304" pitchFamily="18" charset="0"/>
            </a:endParaRPr>
          </a:p>
          <a:p>
            <a:r>
              <a:rPr lang="en-US" b="0" i="0" dirty="0">
                <a:solidFill>
                  <a:srgbClr val="374151"/>
                </a:solidFill>
                <a:effectLst/>
                <a:latin typeface="Times New Roman" panose="02020603050405020304" pitchFamily="18" charset="0"/>
                <a:cs typeface="Times New Roman" panose="02020603050405020304" pitchFamily="18" charset="0"/>
              </a:rPr>
              <a:t>You put two sensors on the road, with some space between them. When a car drives over the first sensor, it starts a timer.</a:t>
            </a:r>
          </a:p>
          <a:p>
            <a:r>
              <a:rPr lang="en-US" b="1" i="0" dirty="0">
                <a:effectLst/>
                <a:latin typeface="Times New Roman" panose="02020603050405020304" pitchFamily="18" charset="0"/>
                <a:cs typeface="Times New Roman" panose="02020603050405020304" pitchFamily="18" charset="0"/>
              </a:rPr>
              <a:t>Vehicle Classification:</a:t>
            </a:r>
            <a:r>
              <a:rPr lang="en-US" dirty="0">
                <a:solidFill>
                  <a:srgbClr val="374151"/>
                </a:solidFill>
                <a:latin typeface="Times New Roman" panose="02020603050405020304" pitchFamily="18" charset="0"/>
                <a:cs typeface="Times New Roman" panose="02020603050405020304" pitchFamily="18" charset="0"/>
              </a:rPr>
              <a:t> </a:t>
            </a:r>
          </a:p>
          <a:p>
            <a:r>
              <a:rPr lang="en-US" b="0" i="0" dirty="0">
                <a:solidFill>
                  <a:srgbClr val="374151"/>
                </a:solidFill>
                <a:effectLst/>
                <a:latin typeface="Times New Roman" panose="02020603050405020304" pitchFamily="18" charset="0"/>
                <a:cs typeface="Times New Roman" panose="02020603050405020304" pitchFamily="18" charset="0"/>
              </a:rPr>
              <a:t>These sensors can also tell you what kind of vehicles are using the road, like cars, trucks, or motorcycles.</a:t>
            </a:r>
            <a:endParaRPr lang="en-US" dirty="0">
              <a:latin typeface="Times New Roman" panose="02020603050405020304" pitchFamily="18" charset="0"/>
              <a:cs typeface="Times New Roman" panose="02020603050405020304" pitchFamily="18" charset="0"/>
            </a:endParaRPr>
          </a:p>
        </p:txBody>
      </p:sp>
      <p:pic>
        <p:nvPicPr>
          <p:cNvPr id="72" name="Picture 71">
            <a:extLst>
              <a:ext uri="{FF2B5EF4-FFF2-40B4-BE49-F238E27FC236}">
                <a16:creationId xmlns:a16="http://schemas.microsoft.com/office/drawing/2014/main" id="{F624C90A-B492-6B34-07F1-667CB664A3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5601479" y="2459641"/>
            <a:ext cx="660790" cy="660790"/>
          </a:xfrm>
          <a:prstGeom prst="rect">
            <a:avLst/>
          </a:prstGeom>
        </p:spPr>
      </p:pic>
      <p:sp>
        <p:nvSpPr>
          <p:cNvPr id="74" name="TextBox 73">
            <a:extLst>
              <a:ext uri="{FF2B5EF4-FFF2-40B4-BE49-F238E27FC236}">
                <a16:creationId xmlns:a16="http://schemas.microsoft.com/office/drawing/2014/main" id="{F0F06F10-C903-2564-4EEC-052E5E7B64D0}"/>
              </a:ext>
            </a:extLst>
          </p:cNvPr>
          <p:cNvSpPr txBox="1"/>
          <p:nvPr/>
        </p:nvSpPr>
        <p:spPr>
          <a:xfrm>
            <a:off x="8530590" y="2871627"/>
            <a:ext cx="3458208" cy="4308872"/>
          </a:xfrm>
          <a:prstGeom prst="rect">
            <a:avLst/>
          </a:prstGeom>
          <a:noFill/>
        </p:spPr>
        <p:txBody>
          <a:bodyPr wrap="square">
            <a:spAutoFit/>
          </a:bodyPr>
          <a:lstStyle/>
          <a:p>
            <a:r>
              <a:rPr lang="en-US" b="1" dirty="0">
                <a:solidFill>
                  <a:srgbClr val="374151"/>
                </a:solidFill>
                <a:latin typeface="Times New Roman" panose="02020603050405020304" pitchFamily="18" charset="0"/>
                <a:cs typeface="Times New Roman" panose="02020603050405020304" pitchFamily="18" charset="0"/>
              </a:rPr>
              <a:t>                </a:t>
            </a:r>
            <a:r>
              <a:rPr lang="en-US" b="1" dirty="0">
                <a:solidFill>
                  <a:srgbClr val="37415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a:t>
            </a:r>
            <a:r>
              <a:rPr lang="en-US" b="1" i="0" dirty="0">
                <a:solidFill>
                  <a:srgbClr val="37415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nvironmental sensors</a:t>
            </a:r>
          </a:p>
          <a:p>
            <a:r>
              <a:rPr lang="en-US" sz="1700" b="1" i="0" dirty="0">
                <a:effectLst/>
                <a:latin typeface="Times New Roman" panose="02020603050405020304" pitchFamily="18" charset="0"/>
                <a:cs typeface="Times New Roman" panose="02020603050405020304" pitchFamily="18" charset="0"/>
              </a:rPr>
              <a:t>Air Quality Sensors: </a:t>
            </a:r>
            <a:r>
              <a:rPr lang="en-US" sz="1700" b="0" i="0" dirty="0">
                <a:solidFill>
                  <a:srgbClr val="374151"/>
                </a:solidFill>
                <a:effectLst/>
                <a:latin typeface="Times New Roman" panose="02020603050405020304" pitchFamily="18" charset="0"/>
                <a:cs typeface="Times New Roman" panose="02020603050405020304" pitchFamily="18" charset="0"/>
              </a:rPr>
              <a:t>These sensors help us know how clean or polluted the air is.</a:t>
            </a:r>
          </a:p>
          <a:p>
            <a:r>
              <a:rPr lang="en-US" sz="1700" b="1" i="0" dirty="0">
                <a:effectLst/>
                <a:latin typeface="Times New Roman" panose="02020603050405020304" pitchFamily="18" charset="0"/>
                <a:cs typeface="Times New Roman" panose="02020603050405020304" pitchFamily="18" charset="0"/>
              </a:rPr>
              <a:t>Weather Sensors:</a:t>
            </a:r>
            <a:r>
              <a:rPr lang="en-US" sz="1700" b="0" i="0" dirty="0">
                <a:solidFill>
                  <a:srgbClr val="374151"/>
                </a:solidFill>
                <a:effectLst/>
                <a:latin typeface="Times New Roman" panose="02020603050405020304" pitchFamily="18" charset="0"/>
                <a:cs typeface="Times New Roman" panose="02020603050405020304" pitchFamily="18" charset="0"/>
              </a:rPr>
              <a:t> Weather sensors keep track of the weather conditions, like rain, snow, or strong winds. </a:t>
            </a:r>
          </a:p>
          <a:p>
            <a:r>
              <a:rPr lang="en-US" sz="1700" b="1" i="0" dirty="0">
                <a:effectLst/>
                <a:latin typeface="Times New Roman" panose="02020603050405020304" pitchFamily="18" charset="0"/>
                <a:cs typeface="Times New Roman" panose="02020603050405020304" pitchFamily="18" charset="0"/>
              </a:rPr>
              <a:t>Temperature Sensors:</a:t>
            </a:r>
            <a:r>
              <a:rPr lang="en-US" sz="1700" b="0" i="0" dirty="0">
                <a:solidFill>
                  <a:srgbClr val="374151"/>
                </a:solidFill>
                <a:effectLst/>
                <a:latin typeface="Times New Roman" panose="02020603050405020304" pitchFamily="18" charset="0"/>
                <a:cs typeface="Times New Roman" panose="02020603050405020304" pitchFamily="18" charset="0"/>
              </a:rPr>
              <a:t> </a:t>
            </a:r>
            <a:r>
              <a:rPr lang="en-US" sz="1700" dirty="0">
                <a:solidFill>
                  <a:srgbClr val="374151"/>
                </a:solidFill>
                <a:latin typeface="Times New Roman" panose="02020603050405020304" pitchFamily="18" charset="0"/>
                <a:cs typeface="Times New Roman" panose="02020603050405020304" pitchFamily="18" charset="0"/>
              </a:rPr>
              <a:t>T</a:t>
            </a:r>
            <a:r>
              <a:rPr lang="en-US" sz="1700" b="0" i="0" dirty="0">
                <a:solidFill>
                  <a:srgbClr val="374151"/>
                </a:solidFill>
                <a:effectLst/>
                <a:latin typeface="Times New Roman" panose="02020603050405020304" pitchFamily="18" charset="0"/>
                <a:cs typeface="Times New Roman" panose="02020603050405020304" pitchFamily="18" charset="0"/>
              </a:rPr>
              <a:t>hey measure how hot or cold it is. This helps with things like road maintenance, so we know when to de-ice the roads in the winter. </a:t>
            </a:r>
          </a:p>
          <a:p>
            <a:r>
              <a:rPr lang="en-US" sz="1700" b="1" i="0" dirty="0">
                <a:effectLst/>
                <a:latin typeface="Times New Roman" panose="02020603050405020304" pitchFamily="18" charset="0"/>
                <a:cs typeface="Times New Roman" panose="02020603050405020304" pitchFamily="18" charset="0"/>
              </a:rPr>
              <a:t>Noise Sensors :</a:t>
            </a:r>
            <a:r>
              <a:rPr lang="en-US" sz="1700" i="0" dirty="0">
                <a:effectLst/>
                <a:latin typeface="Times New Roman" panose="02020603050405020304" pitchFamily="18" charset="0"/>
                <a:cs typeface="Times New Roman" panose="02020603050405020304" pitchFamily="18" charset="0"/>
              </a:rPr>
              <a:t>T</a:t>
            </a:r>
            <a:r>
              <a:rPr lang="en-US" sz="1700" b="0" i="0" dirty="0">
                <a:solidFill>
                  <a:srgbClr val="374151"/>
                </a:solidFill>
                <a:effectLst/>
                <a:latin typeface="Times New Roman" panose="02020603050405020304" pitchFamily="18" charset="0"/>
                <a:cs typeface="Times New Roman" panose="02020603050405020304" pitchFamily="18" charset="0"/>
              </a:rPr>
              <a:t>hese sensors listen for loud sounds</a:t>
            </a:r>
            <a:r>
              <a:rPr lang="en-US" sz="1700" dirty="0">
                <a:solidFill>
                  <a:srgbClr val="374151"/>
                </a:solidFill>
                <a:latin typeface="Times New Roman" panose="02020603050405020304" pitchFamily="18" charset="0"/>
                <a:cs typeface="Times New Roman" panose="02020603050405020304" pitchFamily="18" charset="0"/>
              </a:rPr>
              <a:t> </a:t>
            </a:r>
            <a:r>
              <a:rPr lang="en-US" sz="1700" b="0" i="0" dirty="0">
                <a:solidFill>
                  <a:srgbClr val="374151"/>
                </a:solidFill>
                <a:effectLst/>
                <a:latin typeface="Times New Roman" panose="02020603050405020304" pitchFamily="18" charset="0"/>
                <a:cs typeface="Times New Roman" panose="02020603050405020304" pitchFamily="18" charset="0"/>
              </a:rPr>
              <a:t> like honking or sirens. </a:t>
            </a:r>
            <a:endParaRPr lang="en-US" sz="1700" b="1" i="0" dirty="0">
              <a:effectLst/>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2798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xfrm>
            <a:off x="451348" y="560913"/>
            <a:ext cx="11573197" cy="724247"/>
          </a:xfrm>
          <a:prstGeom prst="rect">
            <a:avLst/>
          </a:prstGeom>
        </p:spPr>
        <p:txBody>
          <a:bodyPr/>
          <a:lstStyle/>
          <a:p>
            <a:r>
              <a:rPr lang="en-US" b="1" i="0" dirty="0">
                <a:effectLst/>
                <a:latin typeface="Times New Roman" panose="02020603050405020304" pitchFamily="18" charset="0"/>
                <a:cs typeface="Times New Roman" panose="02020603050405020304" pitchFamily="18" charset="0"/>
              </a:rPr>
              <a:t>Set Up Hardware and Network Infrastructure:</a:t>
            </a:r>
            <a:endParaRPr lang="en-US" dirty="0">
              <a:latin typeface="Times New Roman" panose="02020603050405020304" pitchFamily="18" charset="0"/>
              <a:cs typeface="Times New Roman" panose="02020603050405020304" pitchFamily="18" charset="0"/>
            </a:endParaRPr>
          </a:p>
        </p:txBody>
      </p:sp>
      <p:sp>
        <p:nvSpPr>
          <p:cNvPr id="14" name="Text Placeholder 27">
            <a:extLst>
              <a:ext uri="{FF2B5EF4-FFF2-40B4-BE49-F238E27FC236}">
                <a16:creationId xmlns:a16="http://schemas.microsoft.com/office/drawing/2014/main" id="{34274854-A74B-4738-ABA0-47BC4F7604DE}"/>
              </a:ext>
            </a:extLst>
          </p:cNvPr>
          <p:cNvSpPr txBox="1">
            <a:spLocks/>
          </p:cNvSpPr>
          <p:nvPr/>
        </p:nvSpPr>
        <p:spPr>
          <a:xfrm>
            <a:off x="902289" y="5826221"/>
            <a:ext cx="2955610" cy="432048"/>
          </a:xfrm>
          <a:prstGeom prst="rect">
            <a:avLst/>
          </a:prstGeom>
        </p:spPr>
        <p:txBody>
          <a:bodyPr anchor="ctr"/>
          <a:lstStyle>
            <a:lvl1pPr marL="0" indent="0" algn="l" defTabSz="914400" rtl="0" eaLnBrk="1" latinLnBrk="1" hangingPunct="1">
              <a:lnSpc>
                <a:spcPct val="90000"/>
              </a:lnSpc>
              <a:spcBef>
                <a:spcPts val="1000"/>
              </a:spcBef>
              <a:buFontTx/>
              <a:buNone/>
              <a:defRPr sz="3200" b="1" kern="1200">
                <a:solidFill>
                  <a:schemeClr val="bg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altLang="ko-KR" sz="2400" dirty="0">
              <a:solidFill>
                <a:schemeClr val="accent1"/>
              </a:solidFill>
            </a:endParaRPr>
          </a:p>
        </p:txBody>
      </p:sp>
      <p:sp>
        <p:nvSpPr>
          <p:cNvPr id="15" name="Text Placeholder 27">
            <a:extLst>
              <a:ext uri="{FF2B5EF4-FFF2-40B4-BE49-F238E27FC236}">
                <a16:creationId xmlns:a16="http://schemas.microsoft.com/office/drawing/2014/main" id="{C08A53CC-A87B-436E-9C6E-B6E0332F55C5}"/>
              </a:ext>
            </a:extLst>
          </p:cNvPr>
          <p:cNvSpPr txBox="1">
            <a:spLocks/>
          </p:cNvSpPr>
          <p:nvPr/>
        </p:nvSpPr>
        <p:spPr>
          <a:xfrm>
            <a:off x="4068003" y="3013702"/>
            <a:ext cx="8123997" cy="4163846"/>
          </a:xfrm>
          <a:prstGeom prst="rect">
            <a:avLst/>
          </a:prstGeom>
        </p:spPr>
        <p:txBody>
          <a:bodyPr anchor="ctr"/>
          <a:lstStyle>
            <a:lvl1pPr marL="0" marR="0" indent="0" algn="l" defTabSz="914400" rtl="0" eaLnBrk="1" fontAlgn="auto" latinLnBrk="0" hangingPunct="1">
              <a:lnSpc>
                <a:spcPct val="100000"/>
              </a:lnSpc>
              <a:spcBef>
                <a:spcPct val="20000"/>
              </a:spcBef>
              <a:spcAft>
                <a:spcPts val="0"/>
              </a:spcAft>
              <a:buClrTx/>
              <a:buSzTx/>
              <a:buFontTx/>
              <a:buNone/>
              <a:tabLst/>
              <a:defRPr sz="1400" b="1" kern="1200">
                <a:solidFill>
                  <a:schemeClr val="bg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Arial" panose="020B0604020202020204" pitchFamily="34" charset="0"/>
              <a:buChar char="•"/>
            </a:pPr>
            <a:r>
              <a:rPr lang="en-US" sz="3200" b="0" i="0" dirty="0">
                <a:solidFill>
                  <a:srgbClr val="374151"/>
                </a:solidFill>
                <a:effectLst/>
                <a:latin typeface="Söhne"/>
              </a:rPr>
              <a:t>Install the chosen IoT devices at strategic locations.</a:t>
            </a:r>
          </a:p>
          <a:p>
            <a:pPr algn="l">
              <a:buFont typeface="Arial" panose="020B0604020202020204" pitchFamily="34" charset="0"/>
              <a:buChar char="•"/>
            </a:pPr>
            <a:r>
              <a:rPr lang="en-US" sz="3200" b="0" i="0" dirty="0">
                <a:solidFill>
                  <a:srgbClr val="374151"/>
                </a:solidFill>
                <a:effectLst/>
                <a:latin typeface="Söhne"/>
              </a:rPr>
              <a:t>Connect these devices to the internet or a local network.</a:t>
            </a:r>
          </a:p>
          <a:p>
            <a:pPr algn="l">
              <a:buFont typeface="Arial" panose="020B0604020202020204" pitchFamily="34" charset="0"/>
              <a:buChar char="•"/>
            </a:pPr>
            <a:r>
              <a:rPr lang="en-US" sz="3200" b="0" i="0" dirty="0">
                <a:solidFill>
                  <a:srgbClr val="374151"/>
                </a:solidFill>
                <a:effectLst/>
                <a:latin typeface="Söhne"/>
              </a:rPr>
              <a:t>Ensure proper power supply for the devices.</a:t>
            </a:r>
          </a:p>
        </p:txBody>
      </p:sp>
      <p:sp>
        <p:nvSpPr>
          <p:cNvPr id="21" name="Picture Placeholder 20">
            <a:extLst>
              <a:ext uri="{FF2B5EF4-FFF2-40B4-BE49-F238E27FC236}">
                <a16:creationId xmlns:a16="http://schemas.microsoft.com/office/drawing/2014/main" id="{8840318A-50E8-4B93-9098-AA133C13BBA2}"/>
              </a:ext>
            </a:extLst>
          </p:cNvPr>
          <p:cNvSpPr>
            <a:spLocks noGrp="1"/>
          </p:cNvSpPr>
          <p:nvPr>
            <p:ph type="pic" sz="quarter" idx="14"/>
          </p:nvPr>
        </p:nvSpPr>
        <p:spPr/>
        <p:txBody>
          <a:bodyPr/>
          <a:lstStyle/>
          <a:p>
            <a:endParaRPr lang="en-US" dirty="0"/>
          </a:p>
        </p:txBody>
      </p:sp>
      <p:pic>
        <p:nvPicPr>
          <p:cNvPr id="2050" name="Picture 2" descr="Smart traffic management system | Download Scientific Diagram">
            <a:extLst>
              <a:ext uri="{FF2B5EF4-FFF2-40B4-BE49-F238E27FC236}">
                <a16:creationId xmlns:a16="http://schemas.microsoft.com/office/drawing/2014/main" id="{59562131-4886-AC2A-4A11-C648017CD8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06" y="1740310"/>
            <a:ext cx="3991897" cy="4085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7542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prstGeom prst="rect">
            <a:avLst/>
          </a:prstGeom>
        </p:spPr>
        <p:txBody>
          <a:bodyPr/>
          <a:lstStyle/>
          <a:p>
            <a:r>
              <a:rPr lang="en-US" b="1" i="0" dirty="0">
                <a:effectLst/>
                <a:latin typeface="Times New Roman" panose="02020603050405020304" pitchFamily="18" charset="0"/>
                <a:cs typeface="Times New Roman" panose="02020603050405020304" pitchFamily="18" charset="0"/>
              </a:rPr>
              <a:t>Data Collection and Transmission:</a:t>
            </a:r>
            <a:endParaRPr lang="en-US" dirty="0">
              <a:latin typeface="Times New Roman" panose="02020603050405020304" pitchFamily="18" charset="0"/>
              <a:cs typeface="Times New Roman" panose="02020603050405020304" pitchFamily="18" charset="0"/>
            </a:endParaRPr>
          </a:p>
        </p:txBody>
      </p:sp>
      <p:grpSp>
        <p:nvGrpSpPr>
          <p:cNvPr id="40" name="Group 39">
            <a:extLst>
              <a:ext uri="{FF2B5EF4-FFF2-40B4-BE49-F238E27FC236}">
                <a16:creationId xmlns:a16="http://schemas.microsoft.com/office/drawing/2014/main" id="{1622319E-62B8-40DD-A2E7-4A1D33A84825}"/>
              </a:ext>
            </a:extLst>
          </p:cNvPr>
          <p:cNvGrpSpPr/>
          <p:nvPr/>
        </p:nvGrpSpPr>
        <p:grpSpPr>
          <a:xfrm>
            <a:off x="5650652" y="3251916"/>
            <a:ext cx="6462690" cy="1698313"/>
            <a:chOff x="215880" y="1917782"/>
            <a:chExt cx="2750187" cy="1067895"/>
          </a:xfrm>
        </p:grpSpPr>
        <p:sp>
          <p:nvSpPr>
            <p:cNvPr id="41" name="Rounded Rectangle 64">
              <a:extLst>
                <a:ext uri="{FF2B5EF4-FFF2-40B4-BE49-F238E27FC236}">
                  <a16:creationId xmlns:a16="http://schemas.microsoft.com/office/drawing/2014/main" id="{BCC66D0D-7351-4839-B06F-388BA76A862F}"/>
                </a:ext>
              </a:extLst>
            </p:cNvPr>
            <p:cNvSpPr/>
            <p:nvPr/>
          </p:nvSpPr>
          <p:spPr>
            <a:xfrm>
              <a:off x="215880" y="1917782"/>
              <a:ext cx="920627" cy="265896"/>
            </a:xfrm>
            <a:prstGeom prst="roundRect">
              <a:avLst>
                <a:gd name="adj" fmla="val 50000"/>
              </a:avLst>
            </a:prstGeom>
            <a:solidFill>
              <a:schemeClr val="accent2"/>
            </a:solidFill>
            <a:ln w="444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700" b="1" dirty="0"/>
                <a:t>MQTT</a:t>
              </a:r>
              <a:endParaRPr lang="ko-KR" altLang="en-US" sz="2700" b="1" dirty="0"/>
            </a:p>
          </p:txBody>
        </p:sp>
        <p:sp>
          <p:nvSpPr>
            <p:cNvPr id="42" name="TextBox 41">
              <a:extLst>
                <a:ext uri="{FF2B5EF4-FFF2-40B4-BE49-F238E27FC236}">
                  <a16:creationId xmlns:a16="http://schemas.microsoft.com/office/drawing/2014/main" id="{BEAAC7A1-F2AE-4CC2-AB7A-F80BB0AE6D51}"/>
                </a:ext>
              </a:extLst>
            </p:cNvPr>
            <p:cNvSpPr txBox="1"/>
            <p:nvPr/>
          </p:nvSpPr>
          <p:spPr>
            <a:xfrm>
              <a:off x="223713" y="2269619"/>
              <a:ext cx="2742354" cy="716058"/>
            </a:xfrm>
            <a:prstGeom prst="rect">
              <a:avLst/>
            </a:prstGeom>
            <a:noFill/>
          </p:spPr>
          <p:txBody>
            <a:bodyPr wrap="square" rtlCol="0">
              <a:spAutoFit/>
            </a:bodyPr>
            <a:lstStyle/>
            <a:p>
              <a:pPr algn="l"/>
              <a:r>
                <a:rPr lang="en-US" sz="1400" b="1" i="0" dirty="0">
                  <a:solidFill>
                    <a:srgbClr val="374151"/>
                  </a:solidFill>
                  <a:effectLst/>
                  <a:latin typeface="Times New Roman" panose="02020603050405020304" pitchFamily="18" charset="0"/>
                  <a:cs typeface="Times New Roman" panose="02020603050405020304" pitchFamily="18" charset="0"/>
                </a:rPr>
                <a:t>Data Collection:</a:t>
              </a:r>
              <a:r>
                <a:rPr lang="en-US" sz="1400" b="0" i="0" dirty="0">
                  <a:solidFill>
                    <a:srgbClr val="374151"/>
                  </a:solidFill>
                  <a:effectLst/>
                  <a:latin typeface="Times New Roman" panose="02020603050405020304" pitchFamily="18" charset="0"/>
                  <a:cs typeface="Times New Roman" panose="02020603050405020304" pitchFamily="18" charset="0"/>
                </a:rPr>
                <a:t> This is like gathering information. In MQTT, it means getting data from different sources, like sensors, and collecting it all in one place.</a:t>
              </a:r>
            </a:p>
            <a:p>
              <a:pPr algn="l"/>
              <a:r>
                <a:rPr lang="en-US" sz="1400" b="1" i="0" dirty="0">
                  <a:solidFill>
                    <a:srgbClr val="374151"/>
                  </a:solidFill>
                  <a:effectLst/>
                  <a:latin typeface="Times New Roman" panose="02020603050405020304" pitchFamily="18" charset="0"/>
                  <a:cs typeface="Times New Roman" panose="02020603050405020304" pitchFamily="18" charset="0"/>
                </a:rPr>
                <a:t>Transmission:</a:t>
              </a:r>
              <a:r>
                <a:rPr lang="en-US" sz="1400" b="0" i="0" dirty="0">
                  <a:solidFill>
                    <a:srgbClr val="374151"/>
                  </a:solidFill>
                  <a:effectLst/>
                  <a:latin typeface="Times New Roman" panose="02020603050405020304" pitchFamily="18" charset="0"/>
                  <a:cs typeface="Times New Roman" panose="02020603050405020304" pitchFamily="18" charset="0"/>
                </a:rPr>
                <a:t> This is like sending the information you collected to where it needs to go. In MQTT, it's about making sure the data gets from one place to another reliably</a:t>
              </a:r>
              <a:r>
                <a:rPr lang="en-US" sz="1200" b="0" i="0" dirty="0">
                  <a:solidFill>
                    <a:srgbClr val="374151"/>
                  </a:solidFill>
                  <a:effectLst/>
                  <a:latin typeface="Söhne"/>
                </a:rPr>
                <a:t>.</a:t>
              </a:r>
            </a:p>
            <a:p>
              <a:endParaRPr lang="ko-KR" altLang="en-US" sz="1200" dirty="0">
                <a:solidFill>
                  <a:schemeClr val="tx1">
                    <a:lumMod val="75000"/>
                    <a:lumOff val="25000"/>
                  </a:schemeClr>
                </a:solidFill>
                <a:cs typeface="Arial" pitchFamily="34" charset="0"/>
              </a:endParaRPr>
            </a:p>
          </p:txBody>
        </p:sp>
      </p:grpSp>
      <p:grpSp>
        <p:nvGrpSpPr>
          <p:cNvPr id="44" name="Group 43">
            <a:extLst>
              <a:ext uri="{FF2B5EF4-FFF2-40B4-BE49-F238E27FC236}">
                <a16:creationId xmlns:a16="http://schemas.microsoft.com/office/drawing/2014/main" id="{7EC4FA91-1440-4EE4-9D9E-461AA8288FB3}"/>
              </a:ext>
            </a:extLst>
          </p:cNvPr>
          <p:cNvGrpSpPr/>
          <p:nvPr/>
        </p:nvGrpSpPr>
        <p:grpSpPr>
          <a:xfrm>
            <a:off x="5823724" y="4851655"/>
            <a:ext cx="6186287" cy="2051615"/>
            <a:chOff x="611559" y="2690681"/>
            <a:chExt cx="2631162" cy="1048897"/>
          </a:xfrm>
        </p:grpSpPr>
        <p:sp>
          <p:nvSpPr>
            <p:cNvPr id="45" name="Rounded Rectangle 68">
              <a:extLst>
                <a:ext uri="{FF2B5EF4-FFF2-40B4-BE49-F238E27FC236}">
                  <a16:creationId xmlns:a16="http://schemas.microsoft.com/office/drawing/2014/main" id="{0A390A04-6EFA-4D4B-AC76-BF81BF31BB02}"/>
                </a:ext>
              </a:extLst>
            </p:cNvPr>
            <p:cNvSpPr/>
            <p:nvPr/>
          </p:nvSpPr>
          <p:spPr>
            <a:xfrm>
              <a:off x="611559" y="2708921"/>
              <a:ext cx="943816" cy="223151"/>
            </a:xfrm>
            <a:prstGeom prst="roundRect">
              <a:avLst>
                <a:gd name="adj" fmla="val 50000"/>
              </a:avLst>
            </a:prstGeom>
            <a:solidFill>
              <a:schemeClr val="accent1"/>
            </a:solidFill>
            <a:ln w="444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46" name="TextBox 45">
              <a:extLst>
                <a:ext uri="{FF2B5EF4-FFF2-40B4-BE49-F238E27FC236}">
                  <a16:creationId xmlns:a16="http://schemas.microsoft.com/office/drawing/2014/main" id="{B2EF9F39-35B6-425D-BD0E-C58034064D9D}"/>
                </a:ext>
              </a:extLst>
            </p:cNvPr>
            <p:cNvSpPr txBox="1"/>
            <p:nvPr/>
          </p:nvSpPr>
          <p:spPr>
            <a:xfrm>
              <a:off x="621884" y="2984288"/>
              <a:ext cx="2620837" cy="755290"/>
            </a:xfrm>
            <a:prstGeom prst="rect">
              <a:avLst/>
            </a:prstGeom>
            <a:noFill/>
          </p:spPr>
          <p:txBody>
            <a:bodyPr wrap="square" rtlCol="0">
              <a:spAutoFit/>
            </a:bodyPr>
            <a:lstStyle/>
            <a:p>
              <a:pPr algn="l"/>
              <a:r>
                <a:rPr lang="en-US" sz="1300" b="1" i="0" dirty="0">
                  <a:solidFill>
                    <a:srgbClr val="374151"/>
                  </a:solidFill>
                  <a:effectLst/>
                  <a:latin typeface="Times New Roman" panose="02020603050405020304" pitchFamily="18" charset="0"/>
                  <a:cs typeface="Times New Roman" panose="02020603050405020304" pitchFamily="18" charset="0"/>
                </a:rPr>
                <a:t>Data Collection:</a:t>
              </a:r>
              <a:r>
                <a:rPr lang="en-US" sz="1300" b="0" i="0" dirty="0">
                  <a:solidFill>
                    <a:srgbClr val="374151"/>
                  </a:solidFill>
                  <a:effectLst/>
                  <a:latin typeface="Times New Roman" panose="02020603050405020304" pitchFamily="18" charset="0"/>
                  <a:cs typeface="Times New Roman" panose="02020603050405020304" pitchFamily="18" charset="0"/>
                </a:rPr>
                <a:t> Think of data collection as gathering information, like taking pictures with your camera. In HTTP, it means getting information from a website or a server on the internet.</a:t>
              </a:r>
            </a:p>
            <a:p>
              <a:pPr algn="l"/>
              <a:r>
                <a:rPr lang="en-US" sz="1300" b="1" i="0" dirty="0">
                  <a:solidFill>
                    <a:srgbClr val="374151"/>
                  </a:solidFill>
                  <a:effectLst/>
                  <a:latin typeface="Times New Roman" panose="02020603050405020304" pitchFamily="18" charset="0"/>
                  <a:cs typeface="Times New Roman" panose="02020603050405020304" pitchFamily="18" charset="0"/>
                </a:rPr>
                <a:t>Transmission:</a:t>
              </a:r>
              <a:r>
                <a:rPr lang="en-US" sz="1300" b="0" i="0" dirty="0">
                  <a:solidFill>
                    <a:srgbClr val="374151"/>
                  </a:solidFill>
                  <a:effectLst/>
                  <a:latin typeface="Times New Roman" panose="02020603050405020304" pitchFamily="18" charset="0"/>
                  <a:cs typeface="Times New Roman" panose="02020603050405020304" pitchFamily="18" charset="0"/>
                </a:rPr>
                <a:t> Transmission is like sending that information to your computer or phone so you can see it. In HTTP, it's about making sure the information from a website or server gets to your device so you can view a webpage or download a file.</a:t>
              </a:r>
            </a:p>
            <a:p>
              <a:endParaRPr lang="ko-KR" altLang="en-US" sz="1200" dirty="0">
                <a:solidFill>
                  <a:schemeClr val="tx1">
                    <a:lumMod val="75000"/>
                    <a:lumOff val="25000"/>
                  </a:schemeClr>
                </a:solidFill>
                <a:cs typeface="Arial" pitchFamily="34" charset="0"/>
              </a:endParaRPr>
            </a:p>
          </p:txBody>
        </p:sp>
        <p:sp>
          <p:nvSpPr>
            <p:cNvPr id="47" name="TextBox 46">
              <a:extLst>
                <a:ext uri="{FF2B5EF4-FFF2-40B4-BE49-F238E27FC236}">
                  <a16:creationId xmlns:a16="http://schemas.microsoft.com/office/drawing/2014/main" id="{263906D9-7489-4B64-9BE6-8E18FD685DED}"/>
                </a:ext>
              </a:extLst>
            </p:cNvPr>
            <p:cNvSpPr txBox="1"/>
            <p:nvPr/>
          </p:nvSpPr>
          <p:spPr>
            <a:xfrm>
              <a:off x="805964" y="2690681"/>
              <a:ext cx="1203182" cy="259631"/>
            </a:xfrm>
            <a:prstGeom prst="rect">
              <a:avLst/>
            </a:prstGeom>
            <a:noFill/>
          </p:spPr>
          <p:txBody>
            <a:bodyPr wrap="square" rtlCol="0">
              <a:spAutoFit/>
            </a:bodyPr>
            <a:lstStyle/>
            <a:p>
              <a:r>
                <a:rPr lang="en-US" altLang="ko-KR" sz="2700" b="1" dirty="0">
                  <a:solidFill>
                    <a:schemeClr val="bg1"/>
                  </a:solidFill>
                  <a:cs typeface="Arial" pitchFamily="34" charset="0"/>
                </a:rPr>
                <a:t>HTTP</a:t>
              </a:r>
              <a:endParaRPr lang="ko-KR" altLang="en-US" sz="2700" b="1" dirty="0">
                <a:solidFill>
                  <a:schemeClr val="bg1"/>
                </a:solidFill>
                <a:cs typeface="Arial" pitchFamily="34" charset="0"/>
              </a:endParaRPr>
            </a:p>
          </p:txBody>
        </p:sp>
      </p:grpSp>
      <p:sp>
        <p:nvSpPr>
          <p:cNvPr id="6" name="TextBox 5">
            <a:extLst>
              <a:ext uri="{FF2B5EF4-FFF2-40B4-BE49-F238E27FC236}">
                <a16:creationId xmlns:a16="http://schemas.microsoft.com/office/drawing/2014/main" id="{6D20334A-2CEE-6851-39A7-7927227A6345}"/>
              </a:ext>
            </a:extLst>
          </p:cNvPr>
          <p:cNvSpPr txBox="1"/>
          <p:nvPr/>
        </p:nvSpPr>
        <p:spPr>
          <a:xfrm>
            <a:off x="5055712" y="1176249"/>
            <a:ext cx="7136288" cy="1938992"/>
          </a:xfrm>
          <a:prstGeom prst="rect">
            <a:avLst/>
          </a:prstGeom>
          <a:noFill/>
        </p:spPr>
        <p:txBody>
          <a:bodyPr wrap="square">
            <a:spAutoFit/>
          </a:bodyPr>
          <a:lstStyle/>
          <a:p>
            <a:pPr algn="l">
              <a:buFont typeface="Arial" panose="020B0604020202020204" pitchFamily="34" charset="0"/>
              <a:buChar char="•"/>
            </a:pPr>
            <a:r>
              <a:rPr lang="en-US" sz="2400" b="0" i="0" dirty="0">
                <a:solidFill>
                  <a:srgbClr val="374151"/>
                </a:solidFill>
                <a:effectLst/>
                <a:latin typeface="Söhne"/>
              </a:rPr>
              <a:t>Develop or configure software on the IoT devices to collect data.</a:t>
            </a:r>
          </a:p>
          <a:p>
            <a:pPr algn="l">
              <a:buFont typeface="Arial" panose="020B0604020202020204" pitchFamily="34" charset="0"/>
              <a:buChar char="•"/>
            </a:pPr>
            <a:r>
              <a:rPr lang="en-US" sz="2400" b="0" i="0" dirty="0">
                <a:solidFill>
                  <a:srgbClr val="374151"/>
                </a:solidFill>
                <a:effectLst/>
                <a:latin typeface="Söhne"/>
              </a:rPr>
              <a:t>Implement a data transmission protocol (e.g., MQTT, HTTP) to send data to a central server or cloud platform.</a:t>
            </a:r>
          </a:p>
        </p:txBody>
      </p:sp>
      <p:pic>
        <p:nvPicPr>
          <p:cNvPr id="3074" name="Picture 2">
            <a:extLst>
              <a:ext uri="{FF2B5EF4-FFF2-40B4-BE49-F238E27FC236}">
                <a16:creationId xmlns:a16="http://schemas.microsoft.com/office/drawing/2014/main" id="{3EE47472-03BF-2ECC-FB4D-E043FEDAA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192" y="1176249"/>
            <a:ext cx="4599520" cy="3022124"/>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4">
            <a:extLst>
              <a:ext uri="{FF2B5EF4-FFF2-40B4-BE49-F238E27FC236}">
                <a16:creationId xmlns:a16="http://schemas.microsoft.com/office/drawing/2014/main" id="{209349C4-1219-C874-73A7-7522D39E139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6">
            <a:extLst>
              <a:ext uri="{FF2B5EF4-FFF2-40B4-BE49-F238E27FC236}">
                <a16:creationId xmlns:a16="http://schemas.microsoft.com/office/drawing/2014/main" id="{7BE73CFB-11A6-6E07-8D88-CFCDC6B3F10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a:extLst>
              <a:ext uri="{FF2B5EF4-FFF2-40B4-BE49-F238E27FC236}">
                <a16:creationId xmlns:a16="http://schemas.microsoft.com/office/drawing/2014/main" id="{33B03F09-5F14-62FA-CDFE-5AF11B8009F9}"/>
              </a:ext>
            </a:extLst>
          </p:cNvPr>
          <p:cNvSpPr>
            <a:spLocks noChangeAspect="1" noChangeArrowheads="1"/>
          </p:cNvSpPr>
          <p:nvPr/>
        </p:nvSpPr>
        <p:spPr bwMode="auto">
          <a:xfrm>
            <a:off x="1342103" y="438760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a:extLst>
              <a:ext uri="{FF2B5EF4-FFF2-40B4-BE49-F238E27FC236}">
                <a16:creationId xmlns:a16="http://schemas.microsoft.com/office/drawing/2014/main" id="{03A34DA9-D3C7-7B7D-4FEE-4122E043DD6C}"/>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a:extLst>
              <a:ext uri="{FF2B5EF4-FFF2-40B4-BE49-F238E27FC236}">
                <a16:creationId xmlns:a16="http://schemas.microsoft.com/office/drawing/2014/main" id="{66E980A4-90E1-F1AE-82B1-5A2B9B07DEB2}"/>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86" name="Picture 14">
            <a:extLst>
              <a:ext uri="{FF2B5EF4-FFF2-40B4-BE49-F238E27FC236}">
                <a16:creationId xmlns:a16="http://schemas.microsoft.com/office/drawing/2014/main" id="{059372F6-E355-ADD1-B615-5C4F18AEBE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869" y="4215579"/>
            <a:ext cx="4782166" cy="2551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975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prstGeom prst="rect">
            <a:avLst/>
          </a:prstGeom>
        </p:spPr>
        <p:txBody>
          <a:bodyPr/>
          <a:lstStyle/>
          <a:p>
            <a:r>
              <a:rPr lang="en-US" sz="4800" b="1" i="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Storage and Management</a:t>
            </a:r>
            <a:r>
              <a:rPr lang="en-US" b="1" i="0" dirty="0">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8143FCD5-37B3-DB9C-E2F2-1B562BE04D6C}"/>
              </a:ext>
            </a:extLst>
          </p:cNvPr>
          <p:cNvSpPr txBox="1"/>
          <p:nvPr/>
        </p:nvSpPr>
        <p:spPr>
          <a:xfrm>
            <a:off x="884598" y="1403783"/>
            <a:ext cx="11012128" cy="1569660"/>
          </a:xfrm>
          <a:prstGeom prst="rect">
            <a:avLst/>
          </a:prstGeom>
          <a:noFill/>
        </p:spPr>
        <p:txBody>
          <a:bodyPr wrap="square">
            <a:spAutoFit/>
          </a:bodyPr>
          <a:lstStyle/>
          <a:p>
            <a:r>
              <a:rPr lang="en-US" sz="3200" b="0" i="0" dirty="0">
                <a:solidFill>
                  <a:srgbClr val="374151"/>
                </a:solidFill>
                <a:effectLst/>
                <a:latin typeface="Söhne"/>
              </a:rPr>
              <a:t>Set up a database to store the incoming traffic data. You can use databases like MySQL, PostgreSQL, or NoSQL databases depending on your requirements.</a:t>
            </a:r>
            <a:endParaRPr lang="en-US" sz="3200" dirty="0"/>
          </a:p>
        </p:txBody>
      </p:sp>
      <p:pic>
        <p:nvPicPr>
          <p:cNvPr id="4098" name="Picture 2" descr="STORAGE ENGINES IN MySQL (Article -12) – KTEXPERTS">
            <a:extLst>
              <a:ext uri="{FF2B5EF4-FFF2-40B4-BE49-F238E27FC236}">
                <a16:creationId xmlns:a16="http://schemas.microsoft.com/office/drawing/2014/main" id="{14AA31D2-4C0B-396D-4D89-F66B5591EA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973" y="3117954"/>
            <a:ext cx="5437085" cy="349905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NoSQL Databases: Defined and Explained">
            <a:extLst>
              <a:ext uri="{FF2B5EF4-FFF2-40B4-BE49-F238E27FC236}">
                <a16:creationId xmlns:a16="http://schemas.microsoft.com/office/drawing/2014/main" id="{76793653-F8F7-134A-5A9C-0954B3C23C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0543" y="3429000"/>
            <a:ext cx="6243484" cy="3332520"/>
          </a:xfrm>
          <a:prstGeom prst="rect">
            <a:avLst/>
          </a:prstGeom>
          <a:noFill/>
          <a:extLst>
            <a:ext uri="{909E8E84-426E-40DD-AFC4-6F175D3DCCD1}">
              <a14:hiddenFill xmlns:a14="http://schemas.microsoft.com/office/drawing/2010/main">
                <a:solidFill>
                  <a:srgbClr val="FFFFFF"/>
                </a:solidFill>
              </a14:hiddenFill>
            </a:ext>
          </a:extLst>
        </p:spPr>
      </p:pic>
      <p:cxnSp>
        <p:nvCxnSpPr>
          <p:cNvPr id="38" name="Straight Connector 37">
            <a:extLst>
              <a:ext uri="{FF2B5EF4-FFF2-40B4-BE49-F238E27FC236}">
                <a16:creationId xmlns:a16="http://schemas.microsoft.com/office/drawing/2014/main" id="{A807EF61-4A31-8AA1-C1E6-3F10EB5F783A}"/>
              </a:ext>
            </a:extLst>
          </p:cNvPr>
          <p:cNvCxnSpPr>
            <a:cxnSpLocks/>
          </p:cNvCxnSpPr>
          <p:nvPr/>
        </p:nvCxnSpPr>
        <p:spPr>
          <a:xfrm>
            <a:off x="5820543" y="3398734"/>
            <a:ext cx="0" cy="3362786"/>
          </a:xfrm>
          <a:prstGeom prst="line">
            <a:avLst/>
          </a:prstGeom>
        </p:spPr>
        <p:style>
          <a:lnRef idx="3">
            <a:schemeClr val="dk1"/>
          </a:lnRef>
          <a:fillRef idx="0">
            <a:schemeClr val="dk1"/>
          </a:fillRef>
          <a:effectRef idx="2">
            <a:schemeClr val="dk1"/>
          </a:effectRef>
          <a:fontRef idx="minor">
            <a:schemeClr val="tx1"/>
          </a:fontRef>
        </p:style>
      </p:cxnSp>
      <p:cxnSp>
        <p:nvCxnSpPr>
          <p:cNvPr id="39" name="Straight Connector 38">
            <a:extLst>
              <a:ext uri="{FF2B5EF4-FFF2-40B4-BE49-F238E27FC236}">
                <a16:creationId xmlns:a16="http://schemas.microsoft.com/office/drawing/2014/main" id="{01DB0975-BBF1-50F2-5FE5-B93F0A6C3F68}"/>
              </a:ext>
            </a:extLst>
          </p:cNvPr>
          <p:cNvCxnSpPr>
            <a:cxnSpLocks/>
          </p:cNvCxnSpPr>
          <p:nvPr/>
        </p:nvCxnSpPr>
        <p:spPr>
          <a:xfrm flipH="1">
            <a:off x="5818009" y="3429000"/>
            <a:ext cx="6246018" cy="0"/>
          </a:xfrm>
          <a:prstGeom prst="line">
            <a:avLst/>
          </a:prstGeom>
        </p:spPr>
        <p:style>
          <a:lnRef idx="3">
            <a:schemeClr val="dk1"/>
          </a:lnRef>
          <a:fillRef idx="0">
            <a:schemeClr val="dk1"/>
          </a:fillRef>
          <a:effectRef idx="2">
            <a:schemeClr val="dk1"/>
          </a:effectRef>
          <a:fontRef idx="minor">
            <a:schemeClr val="tx1"/>
          </a:fontRef>
        </p:style>
      </p:cxnSp>
      <p:cxnSp>
        <p:nvCxnSpPr>
          <p:cNvPr id="42" name="Straight Connector 41">
            <a:extLst>
              <a:ext uri="{FF2B5EF4-FFF2-40B4-BE49-F238E27FC236}">
                <a16:creationId xmlns:a16="http://schemas.microsoft.com/office/drawing/2014/main" id="{7634746D-7BD1-BD4A-4423-7F8C489941F6}"/>
              </a:ext>
            </a:extLst>
          </p:cNvPr>
          <p:cNvCxnSpPr>
            <a:cxnSpLocks/>
          </p:cNvCxnSpPr>
          <p:nvPr/>
        </p:nvCxnSpPr>
        <p:spPr>
          <a:xfrm>
            <a:off x="12058957" y="3429000"/>
            <a:ext cx="5070" cy="3332520"/>
          </a:xfrm>
          <a:prstGeom prst="line">
            <a:avLst/>
          </a:prstGeom>
        </p:spPr>
        <p:style>
          <a:lnRef idx="3">
            <a:schemeClr val="dk1"/>
          </a:lnRef>
          <a:fillRef idx="0">
            <a:schemeClr val="dk1"/>
          </a:fillRef>
          <a:effectRef idx="2">
            <a:schemeClr val="dk1"/>
          </a:effectRef>
          <a:fontRef idx="minor">
            <a:schemeClr val="tx1"/>
          </a:fontRef>
        </p:style>
      </p:cxnSp>
      <p:cxnSp>
        <p:nvCxnSpPr>
          <p:cNvPr id="44" name="Straight Connector 43">
            <a:extLst>
              <a:ext uri="{FF2B5EF4-FFF2-40B4-BE49-F238E27FC236}">
                <a16:creationId xmlns:a16="http://schemas.microsoft.com/office/drawing/2014/main" id="{AB8118AF-60CF-44B6-A509-032D74AAF57D}"/>
              </a:ext>
            </a:extLst>
          </p:cNvPr>
          <p:cNvCxnSpPr>
            <a:cxnSpLocks/>
          </p:cNvCxnSpPr>
          <p:nvPr/>
        </p:nvCxnSpPr>
        <p:spPr>
          <a:xfrm flipH="1">
            <a:off x="5820542" y="6761520"/>
            <a:ext cx="6238415" cy="0"/>
          </a:xfrm>
          <a:prstGeom prst="line">
            <a:avLst/>
          </a:prstGeom>
        </p:spPr>
        <p:style>
          <a:lnRef idx="3">
            <a:schemeClr val="dk1"/>
          </a:lnRef>
          <a:fillRef idx="0">
            <a:schemeClr val="dk1"/>
          </a:fillRef>
          <a:effectRef idx="2">
            <a:schemeClr val="dk1"/>
          </a:effectRef>
          <a:fontRef idx="minor">
            <a:schemeClr val="tx1"/>
          </a:fontRef>
        </p:style>
      </p:cxnSp>
      <p:cxnSp>
        <p:nvCxnSpPr>
          <p:cNvPr id="54" name="Straight Connector 53">
            <a:extLst>
              <a:ext uri="{FF2B5EF4-FFF2-40B4-BE49-F238E27FC236}">
                <a16:creationId xmlns:a16="http://schemas.microsoft.com/office/drawing/2014/main" id="{A546CB0B-A272-A9F6-99DC-DFCB7908BAD2}"/>
              </a:ext>
            </a:extLst>
          </p:cNvPr>
          <p:cNvCxnSpPr>
            <a:cxnSpLocks/>
          </p:cNvCxnSpPr>
          <p:nvPr/>
        </p:nvCxnSpPr>
        <p:spPr>
          <a:xfrm>
            <a:off x="5574735" y="3133942"/>
            <a:ext cx="0" cy="3627578"/>
          </a:xfrm>
          <a:prstGeom prst="line">
            <a:avLst/>
          </a:prstGeom>
        </p:spPr>
        <p:style>
          <a:lnRef idx="3">
            <a:schemeClr val="dk1"/>
          </a:lnRef>
          <a:fillRef idx="0">
            <a:schemeClr val="dk1"/>
          </a:fillRef>
          <a:effectRef idx="2">
            <a:schemeClr val="dk1"/>
          </a:effectRef>
          <a:fontRef idx="minor">
            <a:schemeClr val="tx1"/>
          </a:fontRef>
        </p:style>
      </p:cxnSp>
      <p:cxnSp>
        <p:nvCxnSpPr>
          <p:cNvPr id="56" name="Straight Connector 55">
            <a:extLst>
              <a:ext uri="{FF2B5EF4-FFF2-40B4-BE49-F238E27FC236}">
                <a16:creationId xmlns:a16="http://schemas.microsoft.com/office/drawing/2014/main" id="{5C6B03D4-A4CE-38A9-5304-ADCD2B67F3AB}"/>
              </a:ext>
            </a:extLst>
          </p:cNvPr>
          <p:cNvCxnSpPr>
            <a:cxnSpLocks/>
          </p:cNvCxnSpPr>
          <p:nvPr/>
        </p:nvCxnSpPr>
        <p:spPr>
          <a:xfrm flipH="1">
            <a:off x="0" y="3133942"/>
            <a:ext cx="5574735" cy="0"/>
          </a:xfrm>
          <a:prstGeom prst="line">
            <a:avLst/>
          </a:prstGeom>
        </p:spPr>
        <p:style>
          <a:lnRef idx="3">
            <a:schemeClr val="dk1"/>
          </a:lnRef>
          <a:fillRef idx="0">
            <a:schemeClr val="dk1"/>
          </a:fillRef>
          <a:effectRef idx="2">
            <a:schemeClr val="dk1"/>
          </a:effectRef>
          <a:fontRef idx="minor">
            <a:schemeClr val="tx1"/>
          </a:fontRef>
        </p:style>
      </p:cxnSp>
      <p:cxnSp>
        <p:nvCxnSpPr>
          <p:cNvPr id="4097" name="Straight Connector 4096">
            <a:extLst>
              <a:ext uri="{FF2B5EF4-FFF2-40B4-BE49-F238E27FC236}">
                <a16:creationId xmlns:a16="http://schemas.microsoft.com/office/drawing/2014/main" id="{2CD932E3-F26B-8A21-5C90-F65A20D37E2C}"/>
              </a:ext>
            </a:extLst>
          </p:cNvPr>
          <p:cNvCxnSpPr>
            <a:cxnSpLocks/>
          </p:cNvCxnSpPr>
          <p:nvPr/>
        </p:nvCxnSpPr>
        <p:spPr>
          <a:xfrm>
            <a:off x="5818009" y="3429000"/>
            <a:ext cx="2534" cy="3332520"/>
          </a:xfrm>
          <a:prstGeom prst="line">
            <a:avLst/>
          </a:prstGeom>
        </p:spPr>
        <p:style>
          <a:lnRef idx="3">
            <a:schemeClr val="dk1"/>
          </a:lnRef>
          <a:fillRef idx="0">
            <a:schemeClr val="dk1"/>
          </a:fillRef>
          <a:effectRef idx="2">
            <a:schemeClr val="dk1"/>
          </a:effectRef>
          <a:fontRef idx="minor">
            <a:schemeClr val="tx1"/>
          </a:fontRef>
        </p:style>
      </p:cxnSp>
      <p:cxnSp>
        <p:nvCxnSpPr>
          <p:cNvPr id="4099" name="Straight Connector 4098">
            <a:extLst>
              <a:ext uri="{FF2B5EF4-FFF2-40B4-BE49-F238E27FC236}">
                <a16:creationId xmlns:a16="http://schemas.microsoft.com/office/drawing/2014/main" id="{7E67A0D8-DCF7-35EF-53F7-2F32CBF9DFB0}"/>
              </a:ext>
            </a:extLst>
          </p:cNvPr>
          <p:cNvCxnSpPr>
            <a:cxnSpLocks/>
          </p:cNvCxnSpPr>
          <p:nvPr/>
        </p:nvCxnSpPr>
        <p:spPr>
          <a:xfrm>
            <a:off x="24427" y="3073750"/>
            <a:ext cx="0" cy="3543259"/>
          </a:xfrm>
          <a:prstGeom prst="line">
            <a:avLst/>
          </a:prstGeom>
        </p:spPr>
        <p:style>
          <a:lnRef idx="3">
            <a:schemeClr val="dk1"/>
          </a:lnRef>
          <a:fillRef idx="0">
            <a:schemeClr val="dk1"/>
          </a:fillRef>
          <a:effectRef idx="2">
            <a:schemeClr val="dk1"/>
          </a:effectRef>
          <a:fontRef idx="minor">
            <a:schemeClr val="tx1"/>
          </a:fontRef>
        </p:style>
      </p:cxnSp>
      <p:cxnSp>
        <p:nvCxnSpPr>
          <p:cNvPr id="4103" name="Straight Connector 4102">
            <a:extLst>
              <a:ext uri="{FF2B5EF4-FFF2-40B4-BE49-F238E27FC236}">
                <a16:creationId xmlns:a16="http://schemas.microsoft.com/office/drawing/2014/main" id="{79BD19C7-40E9-52AB-3650-6FDDB78553AA}"/>
              </a:ext>
            </a:extLst>
          </p:cNvPr>
          <p:cNvCxnSpPr>
            <a:cxnSpLocks/>
          </p:cNvCxnSpPr>
          <p:nvPr/>
        </p:nvCxnSpPr>
        <p:spPr>
          <a:xfrm>
            <a:off x="0" y="6677201"/>
            <a:ext cx="5574735" cy="55337"/>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92417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543D06B-48DF-4CBC-8D85-C99F3B9188E3}"/>
              </a:ext>
            </a:extLst>
          </p:cNvPr>
          <p:cNvSpPr/>
          <p:nvPr/>
        </p:nvSpPr>
        <p:spPr>
          <a:xfrm>
            <a:off x="857250" y="2241925"/>
            <a:ext cx="10077450" cy="1363211"/>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98273D5-6C3F-4F01-8877-F3C4ED44480B}"/>
              </a:ext>
            </a:extLst>
          </p:cNvPr>
          <p:cNvSpPr/>
          <p:nvPr/>
        </p:nvSpPr>
        <p:spPr>
          <a:xfrm>
            <a:off x="857250" y="4340889"/>
            <a:ext cx="10077450" cy="156966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E0FBE74-0C66-4E41-BD1F-7A5092390A9B}"/>
              </a:ext>
            </a:extLst>
          </p:cNvPr>
          <p:cNvSpPr txBox="1"/>
          <p:nvPr/>
        </p:nvSpPr>
        <p:spPr>
          <a:xfrm>
            <a:off x="1436596" y="2138700"/>
            <a:ext cx="9318807" cy="1569660"/>
          </a:xfrm>
          <a:prstGeom prst="rect">
            <a:avLst/>
          </a:prstGeom>
          <a:noFill/>
        </p:spPr>
        <p:txBody>
          <a:bodyPr wrap="square" rtlCol="0" anchor="ctr">
            <a:spAutoFit/>
          </a:bodyPr>
          <a:lstStyle/>
          <a:p>
            <a:r>
              <a:rPr lang="en-US" sz="3200" b="0" i="0" dirty="0">
                <a:solidFill>
                  <a:srgbClr val="374151"/>
                </a:solidFill>
                <a:effectLst/>
                <a:latin typeface="Times New Roman" panose="02020603050405020304" pitchFamily="18" charset="0"/>
                <a:cs typeface="Times New Roman" panose="02020603050405020304" pitchFamily="18" charset="0"/>
              </a:rPr>
              <a:t>Develop algorithms for traffic signal optimization based on real-time data. Consider traffic flow, congestion levels, and vehicle counts.</a:t>
            </a:r>
            <a:endParaRPr lang="ko-KR" altLang="en-US" sz="3200" dirty="0">
              <a:solidFill>
                <a:schemeClr val="bg1"/>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6F6B3E4E-48E0-46C8-B23B-136A20F285C1}"/>
              </a:ext>
            </a:extLst>
          </p:cNvPr>
          <p:cNvSpPr txBox="1"/>
          <p:nvPr/>
        </p:nvSpPr>
        <p:spPr>
          <a:xfrm>
            <a:off x="1257300" y="4688897"/>
            <a:ext cx="9208275" cy="1077218"/>
          </a:xfrm>
          <a:prstGeom prst="rect">
            <a:avLst/>
          </a:prstGeom>
          <a:noFill/>
        </p:spPr>
        <p:txBody>
          <a:bodyPr wrap="square" rtlCol="0" anchor="ctr">
            <a:spAutoFit/>
          </a:bodyPr>
          <a:lstStyle/>
          <a:p>
            <a:r>
              <a:rPr lang="en-US" sz="3200" b="0" i="0" dirty="0">
                <a:solidFill>
                  <a:srgbClr val="374151"/>
                </a:solidFill>
                <a:effectLst/>
                <a:latin typeface="Times New Roman" panose="02020603050405020304" pitchFamily="18" charset="0"/>
                <a:cs typeface="Times New Roman" panose="02020603050405020304" pitchFamily="18" charset="0"/>
              </a:rPr>
              <a:t>Interface with traffic signal control systems to adjust timings.</a:t>
            </a:r>
            <a:endParaRPr lang="ko-KR" altLang="en-US" sz="3200" dirty="0">
              <a:solidFill>
                <a:schemeClr val="bg1"/>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9B48D107-041E-4A3F-88D1-B65111F9042A}"/>
              </a:ext>
            </a:extLst>
          </p:cNvPr>
          <p:cNvSpPr txBox="1"/>
          <p:nvPr/>
        </p:nvSpPr>
        <p:spPr>
          <a:xfrm>
            <a:off x="803496" y="931223"/>
            <a:ext cx="10936220" cy="830997"/>
          </a:xfrm>
          <a:prstGeom prst="rect">
            <a:avLst/>
          </a:prstGeom>
          <a:noFill/>
        </p:spPr>
        <p:txBody>
          <a:bodyPr wrap="square" rtlCol="0" anchor="ctr">
            <a:spAutoFit/>
          </a:bodyPr>
          <a:lstStyle/>
          <a:p>
            <a:r>
              <a:rPr lang="en-US" sz="4800" b="1" i="0">
                <a:effectLst/>
                <a:latin typeface="Söhne"/>
              </a:rPr>
              <a:t>Traffic Control and Signal Optimization:</a:t>
            </a:r>
            <a:endParaRPr lang="ko-KR" altLang="en-US" sz="4800" b="1" dirty="0">
              <a:solidFill>
                <a:schemeClr val="bg1"/>
              </a:solidFill>
              <a:cs typeface="Arial" pitchFamily="34" charset="0"/>
            </a:endParaRPr>
          </a:p>
        </p:txBody>
      </p:sp>
    </p:spTree>
    <p:extLst>
      <p:ext uri="{BB962C8B-B14F-4D97-AF65-F5344CB8AC3E}">
        <p14:creationId xmlns:p14="http://schemas.microsoft.com/office/powerpoint/2010/main" val="1839054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xfrm>
            <a:off x="309401" y="308758"/>
            <a:ext cx="11573197" cy="724247"/>
          </a:xfrm>
          <a:prstGeom prst="rect">
            <a:avLst/>
          </a:prstGeom>
        </p:spPr>
        <p:txBody>
          <a:bodyPr/>
          <a:lstStyle/>
          <a:p>
            <a:r>
              <a:rPr lang="en-US" sz="4400" b="1" i="0" dirty="0">
                <a:effectLst/>
                <a:latin typeface="Söhne"/>
              </a:rPr>
              <a:t>Machine Learning and Predictive Models:</a:t>
            </a:r>
            <a:endParaRPr lang="en-US" sz="4400" dirty="0"/>
          </a:p>
        </p:txBody>
      </p:sp>
      <p:grpSp>
        <p:nvGrpSpPr>
          <p:cNvPr id="24" name="그룹 10">
            <a:extLst>
              <a:ext uri="{FF2B5EF4-FFF2-40B4-BE49-F238E27FC236}">
                <a16:creationId xmlns:a16="http://schemas.microsoft.com/office/drawing/2014/main" id="{DBA03A52-45BB-4078-AA2D-C9C8AEB5E59C}"/>
              </a:ext>
            </a:extLst>
          </p:cNvPr>
          <p:cNvGrpSpPr/>
          <p:nvPr/>
        </p:nvGrpSpPr>
        <p:grpSpPr>
          <a:xfrm>
            <a:off x="588142" y="1033005"/>
            <a:ext cx="5378584" cy="5546547"/>
            <a:chOff x="2208962" y="2141868"/>
            <a:chExt cx="1008000" cy="1008000"/>
          </a:xfrm>
        </p:grpSpPr>
        <p:sp>
          <p:nvSpPr>
            <p:cNvPr id="25" name="Oval 10">
              <a:extLst>
                <a:ext uri="{FF2B5EF4-FFF2-40B4-BE49-F238E27FC236}">
                  <a16:creationId xmlns:a16="http://schemas.microsoft.com/office/drawing/2014/main" id="{7C9B5E94-3EE3-412A-834D-6C58BF889637}"/>
                </a:ext>
              </a:extLst>
            </p:cNvPr>
            <p:cNvSpPr/>
            <p:nvPr/>
          </p:nvSpPr>
          <p:spPr>
            <a:xfrm rot="10800000">
              <a:off x="2280962" y="2213868"/>
              <a:ext cx="864000" cy="864000"/>
            </a:xfrm>
            <a:prstGeom prst="ellipse">
              <a:avLst/>
            </a:prstGeom>
            <a:solidFill>
              <a:schemeClr val="accent2">
                <a:alpha val="7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2700" dirty="0">
                <a:solidFill>
                  <a:schemeClr val="tx1">
                    <a:lumMod val="75000"/>
                    <a:lumOff val="25000"/>
                  </a:schemeClr>
                </a:solidFill>
              </a:endParaRPr>
            </a:p>
          </p:txBody>
        </p:sp>
        <p:sp>
          <p:nvSpPr>
            <p:cNvPr id="26" name="타원 61">
              <a:extLst>
                <a:ext uri="{FF2B5EF4-FFF2-40B4-BE49-F238E27FC236}">
                  <a16:creationId xmlns:a16="http://schemas.microsoft.com/office/drawing/2014/main" id="{DD17F97F-80FB-4537-84EA-FC2A839D740A}"/>
                </a:ext>
              </a:extLst>
            </p:cNvPr>
            <p:cNvSpPr/>
            <p:nvPr/>
          </p:nvSpPr>
          <p:spPr>
            <a:xfrm rot="10800000">
              <a:off x="2208962" y="2141868"/>
              <a:ext cx="1008000" cy="1008000"/>
            </a:xfrm>
            <a:prstGeom prst="ellipse">
              <a:avLst/>
            </a:prstGeom>
            <a:noFill/>
            <a:ln w="19050">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lumMod val="75000"/>
                    <a:lumOff val="25000"/>
                  </a:schemeClr>
                </a:solidFill>
              </a:endParaRPr>
            </a:p>
          </p:txBody>
        </p:sp>
      </p:grpSp>
      <p:sp>
        <p:nvSpPr>
          <p:cNvPr id="37" name="TextBox 36">
            <a:extLst>
              <a:ext uri="{FF2B5EF4-FFF2-40B4-BE49-F238E27FC236}">
                <a16:creationId xmlns:a16="http://schemas.microsoft.com/office/drawing/2014/main" id="{2027152B-50C3-49A2-BDE1-87F411D6C8EF}"/>
              </a:ext>
            </a:extLst>
          </p:cNvPr>
          <p:cNvSpPr txBox="1"/>
          <p:nvPr/>
        </p:nvSpPr>
        <p:spPr>
          <a:xfrm>
            <a:off x="1169140" y="2680908"/>
            <a:ext cx="4216585" cy="2062103"/>
          </a:xfrm>
          <a:prstGeom prst="rect">
            <a:avLst/>
          </a:prstGeom>
          <a:noFill/>
        </p:spPr>
        <p:txBody>
          <a:bodyPr wrap="square" rtlCol="0">
            <a:spAutoFit/>
          </a:bodyPr>
          <a:lstStyle/>
          <a:p>
            <a:pPr algn="ctr"/>
            <a:r>
              <a:rPr lang="en-US" sz="3200" b="0" i="0" dirty="0">
                <a:solidFill>
                  <a:srgbClr val="374151"/>
                </a:solidFill>
                <a:effectLst/>
                <a:latin typeface="Times New Roman" panose="02020603050405020304" pitchFamily="18" charset="0"/>
                <a:cs typeface="Times New Roman" panose="02020603050405020304" pitchFamily="18" charset="0"/>
              </a:rPr>
              <a:t>Train machine learning models to predict traffic patterns and anticipate congestion.</a:t>
            </a:r>
            <a:endParaRPr lang="en-US" altLang="ko-KR" sz="32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grpSp>
        <p:nvGrpSpPr>
          <p:cNvPr id="49" name="그룹 10">
            <a:extLst>
              <a:ext uri="{FF2B5EF4-FFF2-40B4-BE49-F238E27FC236}">
                <a16:creationId xmlns:a16="http://schemas.microsoft.com/office/drawing/2014/main" id="{DA6AC6D8-D9AF-932A-EBE8-2AC6FA442B27}"/>
              </a:ext>
            </a:extLst>
          </p:cNvPr>
          <p:cNvGrpSpPr/>
          <p:nvPr/>
        </p:nvGrpSpPr>
        <p:grpSpPr>
          <a:xfrm>
            <a:off x="6618912" y="1150986"/>
            <a:ext cx="5573088" cy="5507211"/>
            <a:chOff x="2208962" y="2141868"/>
            <a:chExt cx="1008000" cy="1008000"/>
          </a:xfrm>
        </p:grpSpPr>
        <p:sp>
          <p:nvSpPr>
            <p:cNvPr id="50" name="Oval 10">
              <a:extLst>
                <a:ext uri="{FF2B5EF4-FFF2-40B4-BE49-F238E27FC236}">
                  <a16:creationId xmlns:a16="http://schemas.microsoft.com/office/drawing/2014/main" id="{D7A06D29-03E6-33BF-B099-5953172A1638}"/>
                </a:ext>
              </a:extLst>
            </p:cNvPr>
            <p:cNvSpPr/>
            <p:nvPr/>
          </p:nvSpPr>
          <p:spPr>
            <a:xfrm rot="10800000">
              <a:off x="2280962" y="2213868"/>
              <a:ext cx="864000" cy="864000"/>
            </a:xfrm>
            <a:prstGeom prst="ellipse">
              <a:avLst/>
            </a:prstGeom>
            <a:solidFill>
              <a:schemeClr val="accent2">
                <a:alpha val="7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2700" dirty="0">
                <a:solidFill>
                  <a:schemeClr val="tx1">
                    <a:lumMod val="75000"/>
                    <a:lumOff val="25000"/>
                  </a:schemeClr>
                </a:solidFill>
              </a:endParaRPr>
            </a:p>
          </p:txBody>
        </p:sp>
        <p:sp>
          <p:nvSpPr>
            <p:cNvPr id="51" name="타원 61">
              <a:extLst>
                <a:ext uri="{FF2B5EF4-FFF2-40B4-BE49-F238E27FC236}">
                  <a16:creationId xmlns:a16="http://schemas.microsoft.com/office/drawing/2014/main" id="{C01BB49A-9420-85F3-EC72-BBCE08828453}"/>
                </a:ext>
              </a:extLst>
            </p:cNvPr>
            <p:cNvSpPr/>
            <p:nvPr/>
          </p:nvSpPr>
          <p:spPr>
            <a:xfrm rot="10800000">
              <a:off x="2208962" y="2141868"/>
              <a:ext cx="1008000" cy="1008000"/>
            </a:xfrm>
            <a:prstGeom prst="ellipse">
              <a:avLst/>
            </a:prstGeom>
            <a:noFill/>
            <a:ln w="19050">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lumMod val="75000"/>
                    <a:lumOff val="25000"/>
                  </a:schemeClr>
                </a:solidFill>
              </a:endParaRPr>
            </a:p>
          </p:txBody>
        </p:sp>
      </p:grpSp>
      <p:sp>
        <p:nvSpPr>
          <p:cNvPr id="52" name="TextBox 51">
            <a:extLst>
              <a:ext uri="{FF2B5EF4-FFF2-40B4-BE49-F238E27FC236}">
                <a16:creationId xmlns:a16="http://schemas.microsoft.com/office/drawing/2014/main" id="{C66FDE77-17F0-B6D8-7E7F-12EE841FD689}"/>
              </a:ext>
            </a:extLst>
          </p:cNvPr>
          <p:cNvSpPr txBox="1"/>
          <p:nvPr/>
        </p:nvSpPr>
        <p:spPr>
          <a:xfrm>
            <a:off x="7695100" y="2680908"/>
            <a:ext cx="4267200" cy="2062103"/>
          </a:xfrm>
          <a:prstGeom prst="rect">
            <a:avLst/>
          </a:prstGeom>
          <a:noFill/>
        </p:spPr>
        <p:txBody>
          <a:bodyPr wrap="square" rtlCol="0">
            <a:spAutoFit/>
          </a:bodyPr>
          <a:lstStyle/>
          <a:p>
            <a:r>
              <a:rPr lang="en-US" sz="3200" b="0" i="0" dirty="0">
                <a:solidFill>
                  <a:srgbClr val="374151"/>
                </a:solidFill>
                <a:effectLst/>
                <a:latin typeface="Times New Roman" panose="02020603050405020304" pitchFamily="18" charset="0"/>
                <a:cs typeface="Times New Roman" panose="02020603050405020304" pitchFamily="18" charset="0"/>
              </a:rPr>
              <a:t>Implement anomaly detection algorithms to identify unusual traffic situations.</a:t>
            </a:r>
            <a:endParaRPr lang="en-US" sz="3200" dirty="0">
              <a:latin typeface="Times New Roman" panose="02020603050405020304" pitchFamily="18" charset="0"/>
              <a:cs typeface="Times New Roman" panose="02020603050405020304" pitchFamily="18" charset="0"/>
            </a:endParaRPr>
          </a:p>
        </p:txBody>
      </p:sp>
      <p:pic>
        <p:nvPicPr>
          <p:cNvPr id="54" name="Picture 53">
            <a:extLst>
              <a:ext uri="{FF2B5EF4-FFF2-40B4-BE49-F238E27FC236}">
                <a16:creationId xmlns:a16="http://schemas.microsoft.com/office/drawing/2014/main" id="{B5F824CD-FFD2-94C8-CD7D-88DB7B21C5EF}"/>
              </a:ext>
            </a:extLst>
          </p:cNvPr>
          <p:cNvPicPr>
            <a:picLocks noChangeAspect="1"/>
          </p:cNvPicPr>
          <p:nvPr/>
        </p:nvPicPr>
        <p:blipFill>
          <a:blip r:embed="rId2"/>
          <a:stretch>
            <a:fillRect/>
          </a:stretch>
        </p:blipFill>
        <p:spPr>
          <a:xfrm>
            <a:off x="2205829" y="4613504"/>
            <a:ext cx="1624701" cy="1494005"/>
          </a:xfrm>
          <a:prstGeom prst="rect">
            <a:avLst/>
          </a:prstGeom>
        </p:spPr>
      </p:pic>
      <p:pic>
        <p:nvPicPr>
          <p:cNvPr id="56" name="Picture 55">
            <a:extLst>
              <a:ext uri="{FF2B5EF4-FFF2-40B4-BE49-F238E27FC236}">
                <a16:creationId xmlns:a16="http://schemas.microsoft.com/office/drawing/2014/main" id="{A1AA576B-B6D8-CEAD-D62B-D78790C61179}"/>
              </a:ext>
            </a:extLst>
          </p:cNvPr>
          <p:cNvPicPr>
            <a:picLocks noChangeAspect="1"/>
          </p:cNvPicPr>
          <p:nvPr/>
        </p:nvPicPr>
        <p:blipFill>
          <a:blip r:embed="rId3"/>
          <a:stretch>
            <a:fillRect/>
          </a:stretch>
        </p:blipFill>
        <p:spPr>
          <a:xfrm>
            <a:off x="9743768" y="4743011"/>
            <a:ext cx="1189703" cy="1189703"/>
          </a:xfrm>
          <a:prstGeom prst="rect">
            <a:avLst/>
          </a:prstGeom>
        </p:spPr>
      </p:pic>
      <p:pic>
        <p:nvPicPr>
          <p:cNvPr id="58" name="Picture 57">
            <a:extLst>
              <a:ext uri="{FF2B5EF4-FFF2-40B4-BE49-F238E27FC236}">
                <a16:creationId xmlns:a16="http://schemas.microsoft.com/office/drawing/2014/main" id="{2E6C3A41-2921-8E18-C71F-F2326044A84E}"/>
              </a:ext>
            </a:extLst>
          </p:cNvPr>
          <p:cNvPicPr>
            <a:picLocks noChangeAspect="1"/>
          </p:cNvPicPr>
          <p:nvPr/>
        </p:nvPicPr>
        <p:blipFill>
          <a:blip r:embed="rId4"/>
          <a:stretch>
            <a:fillRect/>
          </a:stretch>
        </p:blipFill>
        <p:spPr>
          <a:xfrm>
            <a:off x="8775576" y="4851195"/>
            <a:ext cx="1053124" cy="1053124"/>
          </a:xfrm>
          <a:prstGeom prst="rect">
            <a:avLst/>
          </a:prstGeom>
        </p:spPr>
      </p:pic>
    </p:spTree>
    <p:extLst>
      <p:ext uri="{BB962C8B-B14F-4D97-AF65-F5344CB8AC3E}">
        <p14:creationId xmlns:p14="http://schemas.microsoft.com/office/powerpoint/2010/main" val="626227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45D670-AB1A-4D6D-A2CE-648DC355AAA2}"/>
              </a:ext>
            </a:extLst>
          </p:cNvPr>
          <p:cNvSpPr>
            <a:spLocks noGrp="1"/>
          </p:cNvSpPr>
          <p:nvPr>
            <p:ph type="body" sz="quarter" idx="10"/>
          </p:nvPr>
        </p:nvSpPr>
        <p:spPr>
          <a:xfrm>
            <a:off x="323529" y="300180"/>
            <a:ext cx="11573197" cy="724247"/>
          </a:xfrm>
        </p:spPr>
        <p:txBody>
          <a:bodyPr/>
          <a:lstStyle/>
          <a:p>
            <a:r>
              <a:rPr lang="en-US" b="1" i="0" dirty="0">
                <a:effectLst/>
                <a:latin typeface="Söhne"/>
              </a:rPr>
              <a:t>User Interface and Visualization:</a:t>
            </a:r>
            <a:endParaRPr lang="en-US" dirty="0"/>
          </a:p>
        </p:txBody>
      </p:sp>
      <p:sp>
        <p:nvSpPr>
          <p:cNvPr id="154" name="Donut 8">
            <a:extLst>
              <a:ext uri="{FF2B5EF4-FFF2-40B4-BE49-F238E27FC236}">
                <a16:creationId xmlns:a16="http://schemas.microsoft.com/office/drawing/2014/main" id="{7FBEBC75-091E-4C4F-A549-845A786197C7}"/>
              </a:ext>
            </a:extLst>
          </p:cNvPr>
          <p:cNvSpPr/>
          <p:nvPr/>
        </p:nvSpPr>
        <p:spPr>
          <a:xfrm>
            <a:off x="10150299" y="4425130"/>
            <a:ext cx="341413" cy="408098"/>
          </a:xfrm>
          <a:custGeom>
            <a:avLst/>
            <a:gdLst/>
            <a:ahLst/>
            <a:cxnLst/>
            <a:rect l="l" t="t" r="r" b="b"/>
            <a:pathLst>
              <a:path w="2688046" h="3213079">
                <a:moveTo>
                  <a:pt x="1056023" y="556744"/>
                </a:moveTo>
                <a:lnTo>
                  <a:pt x="1056023" y="906412"/>
                </a:lnTo>
                <a:cubicBezTo>
                  <a:pt x="641240" y="1029807"/>
                  <a:pt x="338989" y="1414134"/>
                  <a:pt x="338989" y="1869056"/>
                </a:cubicBezTo>
                <a:cubicBezTo>
                  <a:pt x="338989" y="2424121"/>
                  <a:pt x="788958" y="2874090"/>
                  <a:pt x="1344023" y="2874090"/>
                </a:cubicBezTo>
                <a:cubicBezTo>
                  <a:pt x="1899088" y="2874090"/>
                  <a:pt x="2349057" y="2424121"/>
                  <a:pt x="2349057" y="1869056"/>
                </a:cubicBezTo>
                <a:cubicBezTo>
                  <a:pt x="2349057" y="1414134"/>
                  <a:pt x="2046806" y="1029807"/>
                  <a:pt x="1632023" y="906412"/>
                </a:cubicBezTo>
                <a:lnTo>
                  <a:pt x="1632023" y="556744"/>
                </a:lnTo>
                <a:cubicBezTo>
                  <a:pt x="2235992" y="687900"/>
                  <a:pt x="2688046" y="1225687"/>
                  <a:pt x="2688046" y="1869056"/>
                </a:cubicBezTo>
                <a:cubicBezTo>
                  <a:pt x="2688046" y="2611339"/>
                  <a:pt x="2086306" y="3213079"/>
                  <a:pt x="1344023" y="3213079"/>
                </a:cubicBezTo>
                <a:cubicBezTo>
                  <a:pt x="601740" y="3213079"/>
                  <a:pt x="0" y="2611339"/>
                  <a:pt x="0" y="1869056"/>
                </a:cubicBezTo>
                <a:cubicBezTo>
                  <a:pt x="0" y="1225687"/>
                  <a:pt x="452054" y="687900"/>
                  <a:pt x="1056023" y="556744"/>
                </a:cubicBezTo>
                <a:close/>
                <a:moveTo>
                  <a:pt x="1344023" y="0"/>
                </a:moveTo>
                <a:cubicBezTo>
                  <a:pt x="1443445" y="0"/>
                  <a:pt x="1524043" y="80598"/>
                  <a:pt x="1524043" y="180020"/>
                </a:cubicBezTo>
                <a:lnTo>
                  <a:pt x="1524043" y="1413058"/>
                </a:lnTo>
                <a:cubicBezTo>
                  <a:pt x="1524043" y="1512480"/>
                  <a:pt x="1443445" y="1593078"/>
                  <a:pt x="1344023" y="1593078"/>
                </a:cubicBezTo>
                <a:cubicBezTo>
                  <a:pt x="1244601" y="1593078"/>
                  <a:pt x="1164003" y="1512480"/>
                  <a:pt x="1164003" y="1413058"/>
                </a:cubicBezTo>
                <a:lnTo>
                  <a:pt x="1164003" y="180020"/>
                </a:lnTo>
                <a:cubicBezTo>
                  <a:pt x="1164003" y="80598"/>
                  <a:pt x="1244601" y="0"/>
                  <a:pt x="134402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sp>
        <p:nvSpPr>
          <p:cNvPr id="162" name="Rounded Rectangle 12">
            <a:extLst>
              <a:ext uri="{FF2B5EF4-FFF2-40B4-BE49-F238E27FC236}">
                <a16:creationId xmlns:a16="http://schemas.microsoft.com/office/drawing/2014/main" id="{AF49C053-677C-4EBF-88E5-F61FF1A5B4F7}"/>
              </a:ext>
            </a:extLst>
          </p:cNvPr>
          <p:cNvSpPr>
            <a:spLocks noChangeAspect="1"/>
          </p:cNvSpPr>
          <p:nvPr/>
        </p:nvSpPr>
        <p:spPr>
          <a:xfrm>
            <a:off x="5919413" y="1844594"/>
            <a:ext cx="353173" cy="420869"/>
          </a:xfrm>
          <a:custGeom>
            <a:avLst/>
            <a:gdLst/>
            <a:ahLst/>
            <a:cxnLst/>
            <a:rect l="l" t="t" r="r" b="b"/>
            <a:pathLst>
              <a:path w="3312367" h="3947283">
                <a:moveTo>
                  <a:pt x="2537615" y="3705909"/>
                </a:moveTo>
                <a:cubicBezTo>
                  <a:pt x="2512344" y="3705909"/>
                  <a:pt x="2491857" y="3726396"/>
                  <a:pt x="2491857" y="3751667"/>
                </a:cubicBezTo>
                <a:cubicBezTo>
                  <a:pt x="2491857" y="3776938"/>
                  <a:pt x="2512344" y="3797425"/>
                  <a:pt x="2537615" y="3797425"/>
                </a:cubicBezTo>
                <a:lnTo>
                  <a:pt x="2762175" y="3797425"/>
                </a:lnTo>
                <a:cubicBezTo>
                  <a:pt x="2787446" y="3797425"/>
                  <a:pt x="2807933" y="3776938"/>
                  <a:pt x="2807933" y="3751667"/>
                </a:cubicBezTo>
                <a:cubicBezTo>
                  <a:pt x="2807933" y="3726396"/>
                  <a:pt x="2787446" y="3705909"/>
                  <a:pt x="2762175" y="3705909"/>
                </a:cubicBezTo>
                <a:close/>
                <a:moveTo>
                  <a:pt x="1141114" y="3408594"/>
                </a:moveTo>
                <a:cubicBezTo>
                  <a:pt x="1097903" y="3408594"/>
                  <a:pt x="1062874" y="3443623"/>
                  <a:pt x="1062874" y="3486834"/>
                </a:cubicBezTo>
                <a:cubicBezTo>
                  <a:pt x="1062874" y="3530045"/>
                  <a:pt x="1097903" y="3565073"/>
                  <a:pt x="1141114" y="3565073"/>
                </a:cubicBezTo>
                <a:lnTo>
                  <a:pt x="1525078" y="3565074"/>
                </a:lnTo>
                <a:cubicBezTo>
                  <a:pt x="1568289" y="3565074"/>
                  <a:pt x="1603318" y="3530045"/>
                  <a:pt x="1603318" y="3486834"/>
                </a:cubicBezTo>
                <a:lnTo>
                  <a:pt x="1603319" y="3486834"/>
                </a:lnTo>
                <a:cubicBezTo>
                  <a:pt x="1603319" y="3443623"/>
                  <a:pt x="1568290" y="3408594"/>
                  <a:pt x="1525079" y="3408594"/>
                </a:cubicBezTo>
                <a:close/>
                <a:moveTo>
                  <a:pt x="2129393" y="1705414"/>
                </a:moveTo>
                <a:lnTo>
                  <a:pt x="2129393" y="3580170"/>
                </a:lnTo>
                <a:lnTo>
                  <a:pt x="3126216" y="3580170"/>
                </a:lnTo>
                <a:lnTo>
                  <a:pt x="3126216" y="1705414"/>
                </a:lnTo>
                <a:close/>
                <a:moveTo>
                  <a:pt x="2481193" y="1533789"/>
                </a:moveTo>
                <a:cubicBezTo>
                  <a:pt x="2462682" y="1533789"/>
                  <a:pt x="2447676" y="1548795"/>
                  <a:pt x="2447676" y="1567306"/>
                </a:cubicBezTo>
                <a:lnTo>
                  <a:pt x="2447676" y="1572258"/>
                </a:lnTo>
                <a:cubicBezTo>
                  <a:pt x="2447676" y="1590769"/>
                  <a:pt x="2462682" y="1605775"/>
                  <a:pt x="2481193" y="1605775"/>
                </a:cubicBezTo>
                <a:lnTo>
                  <a:pt x="2774415" y="1605775"/>
                </a:lnTo>
                <a:cubicBezTo>
                  <a:pt x="2792926" y="1605775"/>
                  <a:pt x="2807932" y="1590769"/>
                  <a:pt x="2807932" y="1572258"/>
                </a:cubicBezTo>
                <a:lnTo>
                  <a:pt x="2807932" y="1567306"/>
                </a:lnTo>
                <a:cubicBezTo>
                  <a:pt x="2807932" y="1548795"/>
                  <a:pt x="2792926" y="1533789"/>
                  <a:pt x="2774415" y="1533789"/>
                </a:cubicBezTo>
                <a:close/>
                <a:moveTo>
                  <a:pt x="2113478" y="1418392"/>
                </a:moveTo>
                <a:lnTo>
                  <a:pt x="3142130" y="1418392"/>
                </a:lnTo>
                <a:cubicBezTo>
                  <a:pt x="3236149" y="1418392"/>
                  <a:pt x="3312367" y="1494610"/>
                  <a:pt x="3312367" y="1588629"/>
                </a:cubicBezTo>
                <a:lnTo>
                  <a:pt x="3312367" y="3777046"/>
                </a:lnTo>
                <a:cubicBezTo>
                  <a:pt x="3312367" y="3871065"/>
                  <a:pt x="3236149" y="3947283"/>
                  <a:pt x="3142130" y="3947283"/>
                </a:cubicBezTo>
                <a:lnTo>
                  <a:pt x="2113478" y="3947283"/>
                </a:lnTo>
                <a:cubicBezTo>
                  <a:pt x="2019459" y="3947283"/>
                  <a:pt x="1943241" y="3871065"/>
                  <a:pt x="1943241" y="3777046"/>
                </a:cubicBezTo>
                <a:lnTo>
                  <a:pt x="1943241" y="1588629"/>
                </a:lnTo>
                <a:cubicBezTo>
                  <a:pt x="1943241" y="1494610"/>
                  <a:pt x="2019459" y="1418392"/>
                  <a:pt x="2113478" y="1418392"/>
                </a:cubicBezTo>
                <a:close/>
                <a:moveTo>
                  <a:pt x="1006317" y="157391"/>
                </a:moveTo>
                <a:cubicBezTo>
                  <a:pt x="987806" y="157391"/>
                  <a:pt x="972800" y="172397"/>
                  <a:pt x="972800" y="190908"/>
                </a:cubicBezTo>
                <a:lnTo>
                  <a:pt x="972800" y="195860"/>
                </a:lnTo>
                <a:cubicBezTo>
                  <a:pt x="972800" y="214371"/>
                  <a:pt x="987806" y="229377"/>
                  <a:pt x="1006317" y="229377"/>
                </a:cubicBezTo>
                <a:lnTo>
                  <a:pt x="1659876" y="229377"/>
                </a:lnTo>
                <a:cubicBezTo>
                  <a:pt x="1678387" y="229377"/>
                  <a:pt x="1693393" y="214371"/>
                  <a:pt x="1693393" y="195860"/>
                </a:cubicBezTo>
                <a:lnTo>
                  <a:pt x="1693393" y="190908"/>
                </a:lnTo>
                <a:cubicBezTo>
                  <a:pt x="1693393" y="172397"/>
                  <a:pt x="1678387" y="157391"/>
                  <a:pt x="1659876" y="157391"/>
                </a:cubicBezTo>
                <a:close/>
                <a:moveTo>
                  <a:pt x="264780" y="0"/>
                </a:moveTo>
                <a:lnTo>
                  <a:pt x="2401413" y="0"/>
                </a:lnTo>
                <a:cubicBezTo>
                  <a:pt x="2547647" y="0"/>
                  <a:pt x="2666193" y="118546"/>
                  <a:pt x="2666193" y="264780"/>
                </a:cubicBezTo>
                <a:lnTo>
                  <a:pt x="2666193" y="1345374"/>
                </a:lnTo>
                <a:lnTo>
                  <a:pt x="2369517" y="1345374"/>
                </a:lnTo>
                <a:lnTo>
                  <a:pt x="2369517" y="366783"/>
                </a:lnTo>
                <a:lnTo>
                  <a:pt x="296676" y="366783"/>
                </a:lnTo>
                <a:lnTo>
                  <a:pt x="296676" y="3219873"/>
                </a:lnTo>
                <a:lnTo>
                  <a:pt x="1867527" y="3219873"/>
                </a:lnTo>
                <a:lnTo>
                  <a:pt x="1867527" y="3778374"/>
                </a:lnTo>
                <a:lnTo>
                  <a:pt x="264780" y="3778374"/>
                </a:lnTo>
                <a:cubicBezTo>
                  <a:pt x="118546" y="3778374"/>
                  <a:pt x="0" y="3659828"/>
                  <a:pt x="0" y="3513594"/>
                </a:cubicBezTo>
                <a:lnTo>
                  <a:pt x="0" y="264780"/>
                </a:lnTo>
                <a:cubicBezTo>
                  <a:pt x="0" y="118546"/>
                  <a:pt x="118546" y="0"/>
                  <a:pt x="26478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9" name="Oval 8">
            <a:extLst>
              <a:ext uri="{FF2B5EF4-FFF2-40B4-BE49-F238E27FC236}">
                <a16:creationId xmlns:a16="http://schemas.microsoft.com/office/drawing/2014/main" id="{29AE851D-91F1-9B0E-940F-2E4B380D0C31}"/>
              </a:ext>
            </a:extLst>
          </p:cNvPr>
          <p:cNvSpPr/>
          <p:nvPr/>
        </p:nvSpPr>
        <p:spPr>
          <a:xfrm>
            <a:off x="26857" y="1573160"/>
            <a:ext cx="4140316" cy="4159046"/>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C8BB790-AF67-F53A-80E8-D1E49D7D2060}"/>
              </a:ext>
            </a:extLst>
          </p:cNvPr>
          <p:cNvSpPr/>
          <p:nvPr/>
        </p:nvSpPr>
        <p:spPr>
          <a:xfrm>
            <a:off x="4273083" y="1584927"/>
            <a:ext cx="3932904" cy="4074425"/>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214CED95-60BB-9218-A338-5EA2357B18A4}"/>
              </a:ext>
            </a:extLst>
          </p:cNvPr>
          <p:cNvSpPr/>
          <p:nvPr/>
        </p:nvSpPr>
        <p:spPr>
          <a:xfrm>
            <a:off x="8259096" y="1461138"/>
            <a:ext cx="3932904" cy="4074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D284A856-3FAF-3707-7A63-65D4496DD030}"/>
              </a:ext>
            </a:extLst>
          </p:cNvPr>
          <p:cNvSpPr txBox="1"/>
          <p:nvPr/>
        </p:nvSpPr>
        <p:spPr>
          <a:xfrm>
            <a:off x="444696" y="2576052"/>
            <a:ext cx="3722477" cy="2554545"/>
          </a:xfrm>
          <a:prstGeom prst="rect">
            <a:avLst/>
          </a:prstGeom>
          <a:noFill/>
        </p:spPr>
        <p:txBody>
          <a:bodyPr wrap="square" rtlCol="0">
            <a:spAutoFit/>
          </a:bodyPr>
          <a:lstStyle/>
          <a:p>
            <a:r>
              <a:rPr lang="en-US" sz="3200" b="0" i="0" dirty="0">
                <a:solidFill>
                  <a:srgbClr val="374151"/>
                </a:solidFill>
                <a:effectLst/>
                <a:latin typeface="Times New Roman" panose="02020603050405020304" pitchFamily="18" charset="0"/>
                <a:cs typeface="Times New Roman" panose="02020603050405020304" pitchFamily="18" charset="0"/>
              </a:rPr>
              <a:t>Create a web-based dashboard or mobile app for users, city officials, and traffic engineers.</a:t>
            </a:r>
            <a:endParaRPr lang="en-US" sz="32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09DC4E0D-16E4-0090-8B81-BF809DD3C8D6}"/>
              </a:ext>
            </a:extLst>
          </p:cNvPr>
          <p:cNvSpPr txBox="1"/>
          <p:nvPr/>
        </p:nvSpPr>
        <p:spPr>
          <a:xfrm>
            <a:off x="4896463" y="2375410"/>
            <a:ext cx="3696929" cy="2554545"/>
          </a:xfrm>
          <a:prstGeom prst="rect">
            <a:avLst/>
          </a:prstGeom>
          <a:noFill/>
        </p:spPr>
        <p:txBody>
          <a:bodyPr wrap="square" rtlCol="0">
            <a:spAutoFit/>
          </a:bodyPr>
          <a:lstStyle/>
          <a:p>
            <a:r>
              <a:rPr lang="en-US" sz="3200" b="0" i="0" dirty="0">
                <a:solidFill>
                  <a:srgbClr val="374151"/>
                </a:solidFill>
                <a:effectLst/>
                <a:latin typeface="Times New Roman" panose="02020603050405020304" pitchFamily="18" charset="0"/>
                <a:cs typeface="Times New Roman" panose="02020603050405020304" pitchFamily="18" charset="0"/>
              </a:rPr>
              <a:t>Display real-time traffic data, congestion alerts, and suggested alternate routes</a:t>
            </a:r>
            <a:r>
              <a:rPr lang="en-US" sz="3200" b="0" i="0" dirty="0">
                <a:solidFill>
                  <a:srgbClr val="374151"/>
                </a:solidFill>
                <a:effectLst/>
                <a:latin typeface="Söhne"/>
              </a:rPr>
              <a:t>.</a:t>
            </a:r>
            <a:endParaRPr lang="en-US" sz="3200" dirty="0"/>
          </a:p>
        </p:txBody>
      </p:sp>
      <p:sp>
        <p:nvSpPr>
          <p:cNvPr id="15" name="TextBox 14">
            <a:extLst>
              <a:ext uri="{FF2B5EF4-FFF2-40B4-BE49-F238E27FC236}">
                <a16:creationId xmlns:a16="http://schemas.microsoft.com/office/drawing/2014/main" id="{457DD908-14E7-EBAC-5D19-41F786B2BB42}"/>
              </a:ext>
            </a:extLst>
          </p:cNvPr>
          <p:cNvSpPr txBox="1"/>
          <p:nvPr/>
        </p:nvSpPr>
        <p:spPr>
          <a:xfrm>
            <a:off x="8874190" y="1840723"/>
            <a:ext cx="3235043" cy="3431709"/>
          </a:xfrm>
          <a:prstGeom prst="rect">
            <a:avLst/>
          </a:prstGeom>
          <a:noFill/>
        </p:spPr>
        <p:txBody>
          <a:bodyPr wrap="square" rtlCol="0">
            <a:spAutoFit/>
          </a:bodyPr>
          <a:lstStyle/>
          <a:p>
            <a:r>
              <a:rPr lang="en-US" sz="3000" b="0" i="0" dirty="0">
                <a:solidFill>
                  <a:srgbClr val="374151"/>
                </a:solidFill>
                <a:effectLst/>
                <a:latin typeface="Times New Roman" panose="02020603050405020304" pitchFamily="18" charset="0"/>
                <a:cs typeface="Times New Roman" panose="02020603050405020304" pitchFamily="18" charset="0"/>
              </a:rPr>
              <a:t>Implement data visualization libraries (e.g., Matplotlib, </a:t>
            </a:r>
            <a:r>
              <a:rPr lang="en-US" sz="3000" b="0" i="0" dirty="0" err="1">
                <a:solidFill>
                  <a:srgbClr val="374151"/>
                </a:solidFill>
                <a:effectLst/>
                <a:latin typeface="Times New Roman" panose="02020603050405020304" pitchFamily="18" charset="0"/>
                <a:cs typeface="Times New Roman" panose="02020603050405020304" pitchFamily="18" charset="0"/>
              </a:rPr>
              <a:t>Plotly</a:t>
            </a:r>
            <a:r>
              <a:rPr lang="en-US" sz="3000" b="0" i="0" dirty="0">
                <a:solidFill>
                  <a:srgbClr val="374151"/>
                </a:solidFill>
                <a:effectLst/>
                <a:latin typeface="Times New Roman" panose="02020603050405020304" pitchFamily="18" charset="0"/>
                <a:cs typeface="Times New Roman" panose="02020603050405020304" pitchFamily="18" charset="0"/>
              </a:rPr>
              <a:t>) to create informative charts and maps.</a:t>
            </a: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4836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4811177-DB80-4344-94A8-D1A39966839D}"/>
              </a:ext>
            </a:extLst>
          </p:cNvPr>
          <p:cNvGrpSpPr/>
          <p:nvPr/>
        </p:nvGrpSpPr>
        <p:grpSpPr>
          <a:xfrm>
            <a:off x="4026291" y="1370975"/>
            <a:ext cx="4162808" cy="4116050"/>
            <a:chOff x="2829719" y="1994076"/>
            <a:chExt cx="3701454" cy="3659879"/>
          </a:xfrm>
        </p:grpSpPr>
        <p:sp>
          <p:nvSpPr>
            <p:cNvPr id="4" name="Donut 17">
              <a:extLst>
                <a:ext uri="{FF2B5EF4-FFF2-40B4-BE49-F238E27FC236}">
                  <a16:creationId xmlns:a16="http://schemas.microsoft.com/office/drawing/2014/main" id="{17A101AC-5D1F-4256-981A-835CCD4A46BD}"/>
                </a:ext>
              </a:extLst>
            </p:cNvPr>
            <p:cNvSpPr/>
            <p:nvPr/>
          </p:nvSpPr>
          <p:spPr>
            <a:xfrm>
              <a:off x="3039183" y="2343701"/>
              <a:ext cx="3310254" cy="3310254"/>
            </a:xfrm>
            <a:prstGeom prst="donut">
              <a:avLst>
                <a:gd name="adj" fmla="val 1064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grpSp>
          <p:nvGrpSpPr>
            <p:cNvPr id="5" name="Group 4">
              <a:extLst>
                <a:ext uri="{FF2B5EF4-FFF2-40B4-BE49-F238E27FC236}">
                  <a16:creationId xmlns:a16="http://schemas.microsoft.com/office/drawing/2014/main" id="{C3F93A0F-AA5B-4E6E-92D6-AD67F9B73C11}"/>
                </a:ext>
              </a:extLst>
            </p:cNvPr>
            <p:cNvGrpSpPr/>
            <p:nvPr/>
          </p:nvGrpSpPr>
          <p:grpSpPr>
            <a:xfrm>
              <a:off x="2829719" y="1994076"/>
              <a:ext cx="3701454" cy="3402026"/>
              <a:chOff x="2829719" y="1899183"/>
              <a:chExt cx="3701454" cy="3402026"/>
            </a:xfrm>
          </p:grpSpPr>
          <p:sp>
            <p:nvSpPr>
              <p:cNvPr id="9" name="Freeform 6">
                <a:extLst>
                  <a:ext uri="{FF2B5EF4-FFF2-40B4-BE49-F238E27FC236}">
                    <a16:creationId xmlns:a16="http://schemas.microsoft.com/office/drawing/2014/main" id="{6CFA3F67-7C9D-4591-A57E-A445995938CC}"/>
                  </a:ext>
                </a:extLst>
              </p:cNvPr>
              <p:cNvSpPr>
                <a:spLocks/>
              </p:cNvSpPr>
              <p:nvPr/>
            </p:nvSpPr>
            <p:spPr bwMode="auto">
              <a:xfrm>
                <a:off x="4696967" y="3728201"/>
                <a:ext cx="1834206" cy="1573008"/>
              </a:xfrm>
              <a:custGeom>
                <a:avLst/>
                <a:gdLst>
                  <a:gd name="T0" fmla="*/ 970 w 1201"/>
                  <a:gd name="T1" fmla="*/ 196 h 1030"/>
                  <a:gd name="T2" fmla="*/ 619 w 1201"/>
                  <a:gd name="T3" fmla="*/ 122 h 1030"/>
                  <a:gd name="T4" fmla="*/ 619 w 1201"/>
                  <a:gd name="T5" fmla="*/ 121 h 1030"/>
                  <a:gd name="T6" fmla="*/ 610 w 1201"/>
                  <a:gd name="T7" fmla="*/ 124 h 1030"/>
                  <a:gd name="T8" fmla="*/ 536 w 1201"/>
                  <a:gd name="T9" fmla="*/ 150 h 1030"/>
                  <a:gd name="T10" fmla="*/ 455 w 1201"/>
                  <a:gd name="T11" fmla="*/ 173 h 1030"/>
                  <a:gd name="T12" fmla="*/ 237 w 1201"/>
                  <a:gd name="T13" fmla="*/ 80 h 1030"/>
                  <a:gd name="T14" fmla="*/ 173 w 1201"/>
                  <a:gd name="T15" fmla="*/ 0 h 1030"/>
                  <a:gd name="T16" fmla="*/ 130 w 1201"/>
                  <a:gd name="T17" fmla="*/ 78 h 1030"/>
                  <a:gd name="T18" fmla="*/ 42 w 1201"/>
                  <a:gd name="T19" fmla="*/ 239 h 1030"/>
                  <a:gd name="T20" fmla="*/ 0 w 1201"/>
                  <a:gd name="T21" fmla="*/ 318 h 1030"/>
                  <a:gd name="T22" fmla="*/ 99 w 1201"/>
                  <a:gd name="T23" fmla="*/ 335 h 1030"/>
                  <a:gd name="T24" fmla="*/ 267 w 1201"/>
                  <a:gd name="T25" fmla="*/ 494 h 1030"/>
                  <a:gd name="T26" fmla="*/ 291 w 1201"/>
                  <a:gd name="T27" fmla="*/ 624 h 1030"/>
                  <a:gd name="T28" fmla="*/ 458 w 1201"/>
                  <a:gd name="T29" fmla="*/ 889 h 1030"/>
                  <a:gd name="T30" fmla="*/ 1060 w 1201"/>
                  <a:gd name="T31" fmla="*/ 798 h 1030"/>
                  <a:gd name="T32" fmla="*/ 970 w 1201"/>
                  <a:gd name="T33" fmla="*/ 196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01" h="1030">
                    <a:moveTo>
                      <a:pt x="970" y="196"/>
                    </a:moveTo>
                    <a:cubicBezTo>
                      <a:pt x="865" y="119"/>
                      <a:pt x="737" y="96"/>
                      <a:pt x="619" y="122"/>
                    </a:cubicBezTo>
                    <a:cubicBezTo>
                      <a:pt x="619" y="121"/>
                      <a:pt x="619" y="121"/>
                      <a:pt x="619" y="121"/>
                    </a:cubicBezTo>
                    <a:cubicBezTo>
                      <a:pt x="617" y="122"/>
                      <a:pt x="613" y="123"/>
                      <a:pt x="610" y="124"/>
                    </a:cubicBezTo>
                    <a:cubicBezTo>
                      <a:pt x="584" y="131"/>
                      <a:pt x="560" y="139"/>
                      <a:pt x="536" y="150"/>
                    </a:cubicBezTo>
                    <a:cubicBezTo>
                      <a:pt x="509" y="159"/>
                      <a:pt x="480" y="168"/>
                      <a:pt x="455" y="173"/>
                    </a:cubicBezTo>
                    <a:cubicBezTo>
                      <a:pt x="376" y="188"/>
                      <a:pt x="267" y="128"/>
                      <a:pt x="237" y="80"/>
                    </a:cubicBezTo>
                    <a:cubicBezTo>
                      <a:pt x="207" y="31"/>
                      <a:pt x="173" y="0"/>
                      <a:pt x="173" y="0"/>
                    </a:cubicBezTo>
                    <a:cubicBezTo>
                      <a:pt x="130" y="78"/>
                      <a:pt x="130" y="78"/>
                      <a:pt x="130" y="78"/>
                    </a:cubicBezTo>
                    <a:cubicBezTo>
                      <a:pt x="42" y="239"/>
                      <a:pt x="42" y="239"/>
                      <a:pt x="42" y="239"/>
                    </a:cubicBezTo>
                    <a:cubicBezTo>
                      <a:pt x="0" y="318"/>
                      <a:pt x="0" y="318"/>
                      <a:pt x="0" y="318"/>
                    </a:cubicBezTo>
                    <a:cubicBezTo>
                      <a:pt x="0" y="318"/>
                      <a:pt x="42" y="331"/>
                      <a:pt x="99" y="335"/>
                    </a:cubicBezTo>
                    <a:cubicBezTo>
                      <a:pt x="184" y="342"/>
                      <a:pt x="244" y="416"/>
                      <a:pt x="267" y="494"/>
                    </a:cubicBezTo>
                    <a:cubicBezTo>
                      <a:pt x="284" y="553"/>
                      <a:pt x="285" y="598"/>
                      <a:pt x="291" y="624"/>
                    </a:cubicBezTo>
                    <a:cubicBezTo>
                      <a:pt x="311" y="726"/>
                      <a:pt x="367" y="822"/>
                      <a:pt x="458" y="889"/>
                    </a:cubicBezTo>
                    <a:cubicBezTo>
                      <a:pt x="649" y="1030"/>
                      <a:pt x="919" y="990"/>
                      <a:pt x="1060" y="798"/>
                    </a:cubicBezTo>
                    <a:cubicBezTo>
                      <a:pt x="1201" y="607"/>
                      <a:pt x="1161" y="337"/>
                      <a:pt x="970" y="196"/>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ko-KR" altLang="en-US" sz="2700"/>
              </a:p>
            </p:txBody>
          </p:sp>
          <p:sp>
            <p:nvSpPr>
              <p:cNvPr id="10" name="Freeform 6">
                <a:extLst>
                  <a:ext uri="{FF2B5EF4-FFF2-40B4-BE49-F238E27FC236}">
                    <a16:creationId xmlns:a16="http://schemas.microsoft.com/office/drawing/2014/main" id="{51BDCFED-EBCD-4F05-92B3-CEF7761D92EF}"/>
                  </a:ext>
                </a:extLst>
              </p:cNvPr>
              <p:cNvSpPr>
                <a:spLocks/>
              </p:cNvSpPr>
              <p:nvPr/>
            </p:nvSpPr>
            <p:spPr bwMode="auto">
              <a:xfrm rot="14400000">
                <a:off x="3858478" y="2029782"/>
                <a:ext cx="1834206" cy="1573008"/>
              </a:xfrm>
              <a:custGeom>
                <a:avLst/>
                <a:gdLst>
                  <a:gd name="T0" fmla="*/ 970 w 1201"/>
                  <a:gd name="T1" fmla="*/ 196 h 1030"/>
                  <a:gd name="T2" fmla="*/ 619 w 1201"/>
                  <a:gd name="T3" fmla="*/ 122 h 1030"/>
                  <a:gd name="T4" fmla="*/ 619 w 1201"/>
                  <a:gd name="T5" fmla="*/ 121 h 1030"/>
                  <a:gd name="T6" fmla="*/ 610 w 1201"/>
                  <a:gd name="T7" fmla="*/ 124 h 1030"/>
                  <a:gd name="T8" fmla="*/ 536 w 1201"/>
                  <a:gd name="T9" fmla="*/ 150 h 1030"/>
                  <a:gd name="T10" fmla="*/ 455 w 1201"/>
                  <a:gd name="T11" fmla="*/ 173 h 1030"/>
                  <a:gd name="T12" fmla="*/ 237 w 1201"/>
                  <a:gd name="T13" fmla="*/ 80 h 1030"/>
                  <a:gd name="T14" fmla="*/ 173 w 1201"/>
                  <a:gd name="T15" fmla="*/ 0 h 1030"/>
                  <a:gd name="T16" fmla="*/ 130 w 1201"/>
                  <a:gd name="T17" fmla="*/ 78 h 1030"/>
                  <a:gd name="T18" fmla="*/ 42 w 1201"/>
                  <a:gd name="T19" fmla="*/ 239 h 1030"/>
                  <a:gd name="T20" fmla="*/ 0 w 1201"/>
                  <a:gd name="T21" fmla="*/ 318 h 1030"/>
                  <a:gd name="T22" fmla="*/ 99 w 1201"/>
                  <a:gd name="T23" fmla="*/ 335 h 1030"/>
                  <a:gd name="T24" fmla="*/ 267 w 1201"/>
                  <a:gd name="T25" fmla="*/ 494 h 1030"/>
                  <a:gd name="T26" fmla="*/ 291 w 1201"/>
                  <a:gd name="T27" fmla="*/ 624 h 1030"/>
                  <a:gd name="T28" fmla="*/ 458 w 1201"/>
                  <a:gd name="T29" fmla="*/ 889 h 1030"/>
                  <a:gd name="T30" fmla="*/ 1060 w 1201"/>
                  <a:gd name="T31" fmla="*/ 798 h 1030"/>
                  <a:gd name="T32" fmla="*/ 970 w 1201"/>
                  <a:gd name="T33" fmla="*/ 196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01" h="1030">
                    <a:moveTo>
                      <a:pt x="970" y="196"/>
                    </a:moveTo>
                    <a:cubicBezTo>
                      <a:pt x="865" y="119"/>
                      <a:pt x="737" y="96"/>
                      <a:pt x="619" y="122"/>
                    </a:cubicBezTo>
                    <a:cubicBezTo>
                      <a:pt x="619" y="121"/>
                      <a:pt x="619" y="121"/>
                      <a:pt x="619" y="121"/>
                    </a:cubicBezTo>
                    <a:cubicBezTo>
                      <a:pt x="617" y="122"/>
                      <a:pt x="613" y="123"/>
                      <a:pt x="610" y="124"/>
                    </a:cubicBezTo>
                    <a:cubicBezTo>
                      <a:pt x="584" y="131"/>
                      <a:pt x="560" y="139"/>
                      <a:pt x="536" y="150"/>
                    </a:cubicBezTo>
                    <a:cubicBezTo>
                      <a:pt x="509" y="159"/>
                      <a:pt x="480" y="168"/>
                      <a:pt x="455" y="173"/>
                    </a:cubicBezTo>
                    <a:cubicBezTo>
                      <a:pt x="376" y="188"/>
                      <a:pt x="267" y="128"/>
                      <a:pt x="237" y="80"/>
                    </a:cubicBezTo>
                    <a:cubicBezTo>
                      <a:pt x="207" y="31"/>
                      <a:pt x="173" y="0"/>
                      <a:pt x="173" y="0"/>
                    </a:cubicBezTo>
                    <a:cubicBezTo>
                      <a:pt x="130" y="78"/>
                      <a:pt x="130" y="78"/>
                      <a:pt x="130" y="78"/>
                    </a:cubicBezTo>
                    <a:cubicBezTo>
                      <a:pt x="42" y="239"/>
                      <a:pt x="42" y="239"/>
                      <a:pt x="42" y="239"/>
                    </a:cubicBezTo>
                    <a:cubicBezTo>
                      <a:pt x="0" y="318"/>
                      <a:pt x="0" y="318"/>
                      <a:pt x="0" y="318"/>
                    </a:cubicBezTo>
                    <a:cubicBezTo>
                      <a:pt x="0" y="318"/>
                      <a:pt x="42" y="331"/>
                      <a:pt x="99" y="335"/>
                    </a:cubicBezTo>
                    <a:cubicBezTo>
                      <a:pt x="184" y="342"/>
                      <a:pt x="244" y="416"/>
                      <a:pt x="267" y="494"/>
                    </a:cubicBezTo>
                    <a:cubicBezTo>
                      <a:pt x="284" y="553"/>
                      <a:pt x="285" y="598"/>
                      <a:pt x="291" y="624"/>
                    </a:cubicBezTo>
                    <a:cubicBezTo>
                      <a:pt x="311" y="726"/>
                      <a:pt x="367" y="822"/>
                      <a:pt x="458" y="889"/>
                    </a:cubicBezTo>
                    <a:cubicBezTo>
                      <a:pt x="649" y="1030"/>
                      <a:pt x="919" y="990"/>
                      <a:pt x="1060" y="798"/>
                    </a:cubicBezTo>
                    <a:cubicBezTo>
                      <a:pt x="1201" y="607"/>
                      <a:pt x="1161" y="337"/>
                      <a:pt x="970" y="19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700"/>
              </a:p>
            </p:txBody>
          </p:sp>
          <p:sp>
            <p:nvSpPr>
              <p:cNvPr id="11" name="Freeform 6">
                <a:extLst>
                  <a:ext uri="{FF2B5EF4-FFF2-40B4-BE49-F238E27FC236}">
                    <a16:creationId xmlns:a16="http://schemas.microsoft.com/office/drawing/2014/main" id="{F32DE64C-B3E4-4A66-A0D5-B421AA216ACD}"/>
                  </a:ext>
                </a:extLst>
              </p:cNvPr>
              <p:cNvSpPr>
                <a:spLocks/>
              </p:cNvSpPr>
              <p:nvPr/>
            </p:nvSpPr>
            <p:spPr bwMode="auto">
              <a:xfrm flipH="1">
                <a:off x="2829719" y="3728201"/>
                <a:ext cx="1880593" cy="1573008"/>
              </a:xfrm>
              <a:custGeom>
                <a:avLst/>
                <a:gdLst>
                  <a:gd name="T0" fmla="*/ 970 w 1201"/>
                  <a:gd name="T1" fmla="*/ 196 h 1030"/>
                  <a:gd name="T2" fmla="*/ 619 w 1201"/>
                  <a:gd name="T3" fmla="*/ 122 h 1030"/>
                  <a:gd name="T4" fmla="*/ 619 w 1201"/>
                  <a:gd name="T5" fmla="*/ 121 h 1030"/>
                  <a:gd name="T6" fmla="*/ 610 w 1201"/>
                  <a:gd name="T7" fmla="*/ 124 h 1030"/>
                  <a:gd name="T8" fmla="*/ 536 w 1201"/>
                  <a:gd name="T9" fmla="*/ 150 h 1030"/>
                  <a:gd name="T10" fmla="*/ 455 w 1201"/>
                  <a:gd name="T11" fmla="*/ 173 h 1030"/>
                  <a:gd name="T12" fmla="*/ 237 w 1201"/>
                  <a:gd name="T13" fmla="*/ 80 h 1030"/>
                  <a:gd name="T14" fmla="*/ 173 w 1201"/>
                  <a:gd name="T15" fmla="*/ 0 h 1030"/>
                  <a:gd name="T16" fmla="*/ 130 w 1201"/>
                  <a:gd name="T17" fmla="*/ 78 h 1030"/>
                  <a:gd name="T18" fmla="*/ 42 w 1201"/>
                  <a:gd name="T19" fmla="*/ 239 h 1030"/>
                  <a:gd name="T20" fmla="*/ 0 w 1201"/>
                  <a:gd name="T21" fmla="*/ 318 h 1030"/>
                  <a:gd name="T22" fmla="*/ 99 w 1201"/>
                  <a:gd name="T23" fmla="*/ 335 h 1030"/>
                  <a:gd name="T24" fmla="*/ 267 w 1201"/>
                  <a:gd name="T25" fmla="*/ 494 h 1030"/>
                  <a:gd name="T26" fmla="*/ 291 w 1201"/>
                  <a:gd name="T27" fmla="*/ 624 h 1030"/>
                  <a:gd name="T28" fmla="*/ 458 w 1201"/>
                  <a:gd name="T29" fmla="*/ 889 h 1030"/>
                  <a:gd name="T30" fmla="*/ 1060 w 1201"/>
                  <a:gd name="T31" fmla="*/ 798 h 1030"/>
                  <a:gd name="T32" fmla="*/ 970 w 1201"/>
                  <a:gd name="T33" fmla="*/ 196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01" h="1030">
                    <a:moveTo>
                      <a:pt x="970" y="196"/>
                    </a:moveTo>
                    <a:cubicBezTo>
                      <a:pt x="865" y="119"/>
                      <a:pt x="737" y="96"/>
                      <a:pt x="619" y="122"/>
                    </a:cubicBezTo>
                    <a:cubicBezTo>
                      <a:pt x="619" y="121"/>
                      <a:pt x="619" y="121"/>
                      <a:pt x="619" y="121"/>
                    </a:cubicBezTo>
                    <a:cubicBezTo>
                      <a:pt x="617" y="122"/>
                      <a:pt x="613" y="123"/>
                      <a:pt x="610" y="124"/>
                    </a:cubicBezTo>
                    <a:cubicBezTo>
                      <a:pt x="584" y="131"/>
                      <a:pt x="560" y="139"/>
                      <a:pt x="536" y="150"/>
                    </a:cubicBezTo>
                    <a:cubicBezTo>
                      <a:pt x="509" y="159"/>
                      <a:pt x="480" y="168"/>
                      <a:pt x="455" y="173"/>
                    </a:cubicBezTo>
                    <a:cubicBezTo>
                      <a:pt x="376" y="188"/>
                      <a:pt x="267" y="128"/>
                      <a:pt x="237" y="80"/>
                    </a:cubicBezTo>
                    <a:cubicBezTo>
                      <a:pt x="207" y="31"/>
                      <a:pt x="173" y="0"/>
                      <a:pt x="173" y="0"/>
                    </a:cubicBezTo>
                    <a:cubicBezTo>
                      <a:pt x="130" y="78"/>
                      <a:pt x="130" y="78"/>
                      <a:pt x="130" y="78"/>
                    </a:cubicBezTo>
                    <a:cubicBezTo>
                      <a:pt x="42" y="239"/>
                      <a:pt x="42" y="239"/>
                      <a:pt x="42" y="239"/>
                    </a:cubicBezTo>
                    <a:cubicBezTo>
                      <a:pt x="0" y="318"/>
                      <a:pt x="0" y="318"/>
                      <a:pt x="0" y="318"/>
                    </a:cubicBezTo>
                    <a:cubicBezTo>
                      <a:pt x="0" y="318"/>
                      <a:pt x="42" y="331"/>
                      <a:pt x="99" y="335"/>
                    </a:cubicBezTo>
                    <a:cubicBezTo>
                      <a:pt x="184" y="342"/>
                      <a:pt x="244" y="416"/>
                      <a:pt x="267" y="494"/>
                    </a:cubicBezTo>
                    <a:cubicBezTo>
                      <a:pt x="284" y="553"/>
                      <a:pt x="285" y="598"/>
                      <a:pt x="291" y="624"/>
                    </a:cubicBezTo>
                    <a:cubicBezTo>
                      <a:pt x="311" y="726"/>
                      <a:pt x="367" y="822"/>
                      <a:pt x="458" y="889"/>
                    </a:cubicBezTo>
                    <a:cubicBezTo>
                      <a:pt x="649" y="1030"/>
                      <a:pt x="919" y="990"/>
                      <a:pt x="1060" y="798"/>
                    </a:cubicBezTo>
                    <a:cubicBezTo>
                      <a:pt x="1201" y="607"/>
                      <a:pt x="1161" y="337"/>
                      <a:pt x="970" y="19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ko-KR" altLang="en-US" sz="2700"/>
              </a:p>
            </p:txBody>
          </p:sp>
          <p:sp>
            <p:nvSpPr>
              <p:cNvPr id="12" name="Oval 11">
                <a:extLst>
                  <a:ext uri="{FF2B5EF4-FFF2-40B4-BE49-F238E27FC236}">
                    <a16:creationId xmlns:a16="http://schemas.microsoft.com/office/drawing/2014/main" id="{945D1617-E7F5-469F-BCEA-4777ABA113B5}"/>
                  </a:ext>
                </a:extLst>
              </p:cNvPr>
              <p:cNvSpPr/>
              <p:nvPr/>
            </p:nvSpPr>
            <p:spPr>
              <a:xfrm>
                <a:off x="4169785" y="2093822"/>
                <a:ext cx="1100104" cy="1100104"/>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sp>
            <p:nvSpPr>
              <p:cNvPr id="13" name="Oval 12">
                <a:extLst>
                  <a:ext uri="{FF2B5EF4-FFF2-40B4-BE49-F238E27FC236}">
                    <a16:creationId xmlns:a16="http://schemas.microsoft.com/office/drawing/2014/main" id="{3FDDB830-F8CB-46F0-824B-1487F1F5A2C3}"/>
                  </a:ext>
                </a:extLst>
              </p:cNvPr>
              <p:cNvSpPr/>
              <p:nvPr/>
            </p:nvSpPr>
            <p:spPr>
              <a:xfrm>
                <a:off x="5231789" y="4003773"/>
                <a:ext cx="1100104" cy="1100104"/>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sp>
            <p:nvSpPr>
              <p:cNvPr id="14" name="Oval 13">
                <a:extLst>
                  <a:ext uri="{FF2B5EF4-FFF2-40B4-BE49-F238E27FC236}">
                    <a16:creationId xmlns:a16="http://schemas.microsoft.com/office/drawing/2014/main" id="{02A1BE8C-5882-4095-B7A4-B5CA4175DC63}"/>
                  </a:ext>
                </a:extLst>
              </p:cNvPr>
              <p:cNvSpPr/>
              <p:nvPr/>
            </p:nvSpPr>
            <p:spPr>
              <a:xfrm>
                <a:off x="3030323" y="4013298"/>
                <a:ext cx="1100104" cy="1100104"/>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sp>
            <p:nvSpPr>
              <p:cNvPr id="15" name="Oval 14">
                <a:extLst>
                  <a:ext uri="{FF2B5EF4-FFF2-40B4-BE49-F238E27FC236}">
                    <a16:creationId xmlns:a16="http://schemas.microsoft.com/office/drawing/2014/main" id="{4D254FAA-18D2-48D8-8E6A-2F6BC53FC79C}"/>
                  </a:ext>
                </a:extLst>
              </p:cNvPr>
              <p:cNvSpPr/>
              <p:nvPr/>
            </p:nvSpPr>
            <p:spPr>
              <a:xfrm>
                <a:off x="4379537" y="3558158"/>
                <a:ext cx="649663" cy="649663"/>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6" name="Oval 15">
                <a:extLst>
                  <a:ext uri="{FF2B5EF4-FFF2-40B4-BE49-F238E27FC236}">
                    <a16:creationId xmlns:a16="http://schemas.microsoft.com/office/drawing/2014/main" id="{C311ACA8-C198-4695-81B3-D9556DBAFFCF}"/>
                  </a:ext>
                </a:extLst>
              </p:cNvPr>
              <p:cNvSpPr/>
              <p:nvPr/>
            </p:nvSpPr>
            <p:spPr>
              <a:xfrm>
                <a:off x="4425717" y="3609056"/>
                <a:ext cx="548372" cy="548372"/>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grpSp>
        <p:sp>
          <p:nvSpPr>
            <p:cNvPr id="6" name="Arc 5">
              <a:extLst>
                <a:ext uri="{FF2B5EF4-FFF2-40B4-BE49-F238E27FC236}">
                  <a16:creationId xmlns:a16="http://schemas.microsoft.com/office/drawing/2014/main" id="{2FB10BC8-3C67-4F5C-A5CC-D472298BFC09}"/>
                </a:ext>
              </a:extLst>
            </p:cNvPr>
            <p:cNvSpPr/>
            <p:nvPr/>
          </p:nvSpPr>
          <p:spPr>
            <a:xfrm>
              <a:off x="3273733" y="2536329"/>
              <a:ext cx="2901493" cy="2901493"/>
            </a:xfrm>
            <a:prstGeom prst="arc">
              <a:avLst>
                <a:gd name="adj1" fmla="val 18179519"/>
                <a:gd name="adj2" fmla="val 21517766"/>
              </a:avLst>
            </a:prstGeom>
            <a:ln w="12700">
              <a:solidFill>
                <a:schemeClr val="bg1"/>
              </a:solidFill>
              <a:prstDash val="dash"/>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sp>
          <p:nvSpPr>
            <p:cNvPr id="7" name="Arc 6">
              <a:extLst>
                <a:ext uri="{FF2B5EF4-FFF2-40B4-BE49-F238E27FC236}">
                  <a16:creationId xmlns:a16="http://schemas.microsoft.com/office/drawing/2014/main" id="{F22DBB4F-84B2-471E-AE19-A14B95D62AB0}"/>
                </a:ext>
              </a:extLst>
            </p:cNvPr>
            <p:cNvSpPr/>
            <p:nvPr/>
          </p:nvSpPr>
          <p:spPr>
            <a:xfrm rot="14360900">
              <a:off x="3205931" y="2590242"/>
              <a:ext cx="2901493" cy="2901493"/>
            </a:xfrm>
            <a:prstGeom prst="arc">
              <a:avLst>
                <a:gd name="adj1" fmla="val 18179519"/>
                <a:gd name="adj2" fmla="val 21517766"/>
              </a:avLst>
            </a:prstGeom>
            <a:ln w="12700">
              <a:solidFill>
                <a:schemeClr val="bg1"/>
              </a:solidFill>
              <a:prstDash val="dash"/>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sp>
          <p:nvSpPr>
            <p:cNvPr id="8" name="Arc 7">
              <a:extLst>
                <a:ext uri="{FF2B5EF4-FFF2-40B4-BE49-F238E27FC236}">
                  <a16:creationId xmlns:a16="http://schemas.microsoft.com/office/drawing/2014/main" id="{808B645F-34EE-4ED4-A0A4-53E4396D6F6E}"/>
                </a:ext>
              </a:extLst>
            </p:cNvPr>
            <p:cNvSpPr/>
            <p:nvPr/>
          </p:nvSpPr>
          <p:spPr>
            <a:xfrm rot="7097419">
              <a:off x="3263081" y="2590242"/>
              <a:ext cx="2901493" cy="2901493"/>
            </a:xfrm>
            <a:prstGeom prst="arc">
              <a:avLst>
                <a:gd name="adj1" fmla="val 18179519"/>
                <a:gd name="adj2" fmla="val 21517766"/>
              </a:avLst>
            </a:prstGeom>
            <a:ln w="12700">
              <a:solidFill>
                <a:schemeClr val="bg1"/>
              </a:solidFill>
              <a:prstDash val="dash"/>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grpSp>
      <p:grpSp>
        <p:nvGrpSpPr>
          <p:cNvPr id="24" name="그룹 6">
            <a:extLst>
              <a:ext uri="{FF2B5EF4-FFF2-40B4-BE49-F238E27FC236}">
                <a16:creationId xmlns:a16="http://schemas.microsoft.com/office/drawing/2014/main" id="{CA8B4A9B-7A59-4A75-B7A5-3A068E650F27}"/>
              </a:ext>
            </a:extLst>
          </p:cNvPr>
          <p:cNvGrpSpPr/>
          <p:nvPr/>
        </p:nvGrpSpPr>
        <p:grpSpPr>
          <a:xfrm>
            <a:off x="8216282" y="4904688"/>
            <a:ext cx="3482400" cy="1580003"/>
            <a:chOff x="7637355" y="2369340"/>
            <a:chExt cx="3834893" cy="278120"/>
          </a:xfrm>
        </p:grpSpPr>
        <p:sp>
          <p:nvSpPr>
            <p:cNvPr id="25" name="TextBox 24">
              <a:extLst>
                <a:ext uri="{FF2B5EF4-FFF2-40B4-BE49-F238E27FC236}">
                  <a16:creationId xmlns:a16="http://schemas.microsoft.com/office/drawing/2014/main" id="{DB91767F-183E-42EC-981F-D786131DD9B2}"/>
                </a:ext>
              </a:extLst>
            </p:cNvPr>
            <p:cNvSpPr txBox="1"/>
            <p:nvPr/>
          </p:nvSpPr>
          <p:spPr>
            <a:xfrm>
              <a:off x="7658850" y="2436172"/>
              <a:ext cx="3701011" cy="211288"/>
            </a:xfrm>
            <a:prstGeom prst="rect">
              <a:avLst/>
            </a:prstGeom>
            <a:noFill/>
          </p:spPr>
          <p:txBody>
            <a:bodyPr wrap="square" rtlCol="0">
              <a:spAutoFit/>
            </a:bodyPr>
            <a:lstStyle/>
            <a:p>
              <a:pPr algn="r"/>
              <a:r>
                <a:rPr lang="en-US" b="0" i="0" dirty="0">
                  <a:solidFill>
                    <a:srgbClr val="374151"/>
                  </a:solidFill>
                  <a:effectLst/>
                  <a:latin typeface="Times New Roman" panose="02020603050405020304" pitchFamily="18" charset="0"/>
                  <a:cs typeface="Times New Roman" panose="02020603050405020304" pitchFamily="18" charset="0"/>
                </a:rPr>
                <a:t>Implement sensors to monitor the condition of roads and bridges, helping with predictive maintenance</a:t>
              </a:r>
              <a:r>
                <a:rPr lang="en-US" sz="1200" b="0" i="0" dirty="0">
                  <a:solidFill>
                    <a:srgbClr val="374151"/>
                  </a:solidFill>
                  <a:effectLst/>
                  <a:latin typeface="Söhne"/>
                </a:rPr>
                <a:t>.</a:t>
              </a:r>
              <a:r>
                <a:rPr lang="en-US" altLang="ko-KR" sz="1200" dirty="0">
                  <a:solidFill>
                    <a:schemeClr val="tx1">
                      <a:lumMod val="75000"/>
                      <a:lumOff val="25000"/>
                    </a:schemeClr>
                  </a:solidFill>
                  <a:cs typeface="Arial" pitchFamily="34" charset="0"/>
                </a:rPr>
                <a:t>.</a:t>
              </a:r>
              <a:endParaRPr lang="ko-KR" altLang="en-US" sz="1200" dirty="0">
                <a:solidFill>
                  <a:schemeClr val="tx1">
                    <a:lumMod val="75000"/>
                    <a:lumOff val="25000"/>
                  </a:schemeClr>
                </a:solidFill>
              </a:endParaRPr>
            </a:p>
          </p:txBody>
        </p:sp>
        <p:sp>
          <p:nvSpPr>
            <p:cNvPr id="26" name="TextBox 25">
              <a:extLst>
                <a:ext uri="{FF2B5EF4-FFF2-40B4-BE49-F238E27FC236}">
                  <a16:creationId xmlns:a16="http://schemas.microsoft.com/office/drawing/2014/main" id="{0DAD0DA0-65D8-4200-BD03-9C0F86B7651A}"/>
                </a:ext>
              </a:extLst>
            </p:cNvPr>
            <p:cNvSpPr txBox="1"/>
            <p:nvPr/>
          </p:nvSpPr>
          <p:spPr>
            <a:xfrm>
              <a:off x="7760233" y="2369340"/>
              <a:ext cx="3712015" cy="59594"/>
            </a:xfrm>
            <a:prstGeom prst="rect">
              <a:avLst/>
            </a:prstGeom>
            <a:noFill/>
          </p:spPr>
          <p:txBody>
            <a:bodyPr wrap="square" rtlCol="0">
              <a:spAutoFit/>
            </a:bodyPr>
            <a:lstStyle/>
            <a:p>
              <a:pPr algn="r"/>
              <a:r>
                <a:rPr lang="en-US" sz="1600" b="1" i="0" dirty="0">
                  <a:solidFill>
                    <a:schemeClr val="accent4">
                      <a:lumMod val="60000"/>
                      <a:lumOff val="40000"/>
                    </a:schemeClr>
                  </a:solidFill>
                  <a:effectLst/>
                  <a:latin typeface="Times New Roman" panose="02020603050405020304" pitchFamily="18" charset="0"/>
                  <a:cs typeface="Times New Roman" panose="02020603050405020304" pitchFamily="18" charset="0"/>
                </a:rPr>
                <a:t>Infrastructure Monitoring:</a:t>
              </a:r>
            </a:p>
          </p:txBody>
        </p:sp>
        <p:cxnSp>
          <p:nvCxnSpPr>
            <p:cNvPr id="27" name="Straight Connector 26">
              <a:extLst>
                <a:ext uri="{FF2B5EF4-FFF2-40B4-BE49-F238E27FC236}">
                  <a16:creationId xmlns:a16="http://schemas.microsoft.com/office/drawing/2014/main" id="{744C54CC-CBFC-482A-9BA7-77A22719AA4D}"/>
                </a:ext>
              </a:extLst>
            </p:cNvPr>
            <p:cNvCxnSpPr/>
            <p:nvPr/>
          </p:nvCxnSpPr>
          <p:spPr>
            <a:xfrm>
              <a:off x="7637355" y="2436172"/>
              <a:ext cx="3744000" cy="0"/>
            </a:xfrm>
            <a:prstGeom prst="line">
              <a:avLst/>
            </a:prstGeom>
            <a:ln>
              <a:solidFill>
                <a:schemeClr val="accent4"/>
              </a:solidFill>
              <a:headEnd type="oval"/>
              <a:tailEnd type="none"/>
            </a:ln>
          </p:spPr>
          <p:style>
            <a:lnRef idx="1">
              <a:schemeClr val="accent1"/>
            </a:lnRef>
            <a:fillRef idx="0">
              <a:schemeClr val="accent1"/>
            </a:fillRef>
            <a:effectRef idx="0">
              <a:schemeClr val="accent1"/>
            </a:effectRef>
            <a:fontRef idx="minor">
              <a:schemeClr val="tx1"/>
            </a:fontRef>
          </p:style>
        </p:cxnSp>
      </p:grpSp>
      <p:grpSp>
        <p:nvGrpSpPr>
          <p:cNvPr id="28" name="그룹 7">
            <a:extLst>
              <a:ext uri="{FF2B5EF4-FFF2-40B4-BE49-F238E27FC236}">
                <a16:creationId xmlns:a16="http://schemas.microsoft.com/office/drawing/2014/main" id="{3FEECF8B-C94A-4409-A964-C899698A0D95}"/>
              </a:ext>
            </a:extLst>
          </p:cNvPr>
          <p:cNvGrpSpPr/>
          <p:nvPr/>
        </p:nvGrpSpPr>
        <p:grpSpPr>
          <a:xfrm>
            <a:off x="705644" y="5269729"/>
            <a:ext cx="3769839" cy="1413842"/>
            <a:chOff x="890962" y="2210944"/>
            <a:chExt cx="4151427" cy="885510"/>
          </a:xfrm>
        </p:grpSpPr>
        <p:sp>
          <p:nvSpPr>
            <p:cNvPr id="29" name="TextBox 28">
              <a:extLst>
                <a:ext uri="{FF2B5EF4-FFF2-40B4-BE49-F238E27FC236}">
                  <a16:creationId xmlns:a16="http://schemas.microsoft.com/office/drawing/2014/main" id="{053C2B99-CDBD-4807-AAE6-1C7E0F270436}"/>
                </a:ext>
              </a:extLst>
            </p:cNvPr>
            <p:cNvSpPr txBox="1"/>
            <p:nvPr/>
          </p:nvSpPr>
          <p:spPr>
            <a:xfrm>
              <a:off x="912456" y="2421776"/>
              <a:ext cx="3701012" cy="674678"/>
            </a:xfrm>
            <a:prstGeom prst="rect">
              <a:avLst/>
            </a:prstGeom>
            <a:noFill/>
          </p:spPr>
          <p:txBody>
            <a:bodyPr wrap="square" rtlCol="0">
              <a:spAutoFit/>
            </a:bodyPr>
            <a:lstStyle/>
            <a:p>
              <a:r>
                <a:rPr lang="en-US" sz="1600" b="0" i="0" dirty="0">
                  <a:solidFill>
                    <a:srgbClr val="374151"/>
                  </a:solidFill>
                  <a:effectLst/>
                  <a:latin typeface="Times New Roman" panose="02020603050405020304" pitchFamily="18" charset="0"/>
                  <a:cs typeface="Times New Roman" panose="02020603050405020304" pitchFamily="18" charset="0"/>
                </a:rPr>
                <a:t>Use IoT technology for speed detection and red-light camera systems, which can automatically detect and report violations</a:t>
              </a:r>
              <a:r>
                <a:rPr lang="en-US" sz="1200" b="0" i="0" dirty="0">
                  <a:solidFill>
                    <a:srgbClr val="374151"/>
                  </a:solidFill>
                  <a:effectLst/>
                  <a:latin typeface="Söhne"/>
                </a:rPr>
                <a:t>.</a:t>
              </a:r>
              <a:r>
                <a:rPr lang="en-US" altLang="ko-KR" sz="1200" dirty="0">
                  <a:solidFill>
                    <a:schemeClr val="tx1">
                      <a:lumMod val="75000"/>
                      <a:lumOff val="25000"/>
                    </a:schemeClr>
                  </a:solidFill>
                  <a:cs typeface="Arial" pitchFamily="34" charset="0"/>
                </a:rPr>
                <a:t>.</a:t>
              </a:r>
              <a:endParaRPr lang="ko-KR" altLang="en-US" sz="1200" dirty="0">
                <a:solidFill>
                  <a:schemeClr val="tx1">
                    <a:lumMod val="75000"/>
                    <a:lumOff val="25000"/>
                  </a:schemeClr>
                </a:solidFill>
              </a:endParaRPr>
            </a:p>
          </p:txBody>
        </p:sp>
        <p:sp>
          <p:nvSpPr>
            <p:cNvPr id="30" name="TextBox 29">
              <a:extLst>
                <a:ext uri="{FF2B5EF4-FFF2-40B4-BE49-F238E27FC236}">
                  <a16:creationId xmlns:a16="http://schemas.microsoft.com/office/drawing/2014/main" id="{A9D87ECD-70AC-4992-A018-B6B84E36D405}"/>
                </a:ext>
              </a:extLst>
            </p:cNvPr>
            <p:cNvSpPr txBox="1"/>
            <p:nvPr/>
          </p:nvSpPr>
          <p:spPr>
            <a:xfrm>
              <a:off x="1330374" y="2210944"/>
              <a:ext cx="3712015" cy="212041"/>
            </a:xfrm>
            <a:prstGeom prst="rect">
              <a:avLst/>
            </a:prstGeom>
            <a:noFill/>
          </p:spPr>
          <p:txBody>
            <a:bodyPr wrap="square" rtlCol="0">
              <a:spAutoFit/>
            </a:bodyPr>
            <a:lstStyle/>
            <a:p>
              <a:r>
                <a:rPr lang="en-US" sz="1600" b="1" i="0" dirty="0">
                  <a:solidFill>
                    <a:srgbClr val="0070C0"/>
                  </a:solidFill>
                  <a:effectLst/>
                  <a:latin typeface="Söhne"/>
                </a:rPr>
                <a:t>Traffic Enforcement:</a:t>
              </a:r>
              <a:endParaRPr lang="ko-KR" altLang="en-US" sz="1600" b="1" dirty="0">
                <a:solidFill>
                  <a:srgbClr val="0070C0"/>
                </a:solidFill>
              </a:endParaRPr>
            </a:p>
          </p:txBody>
        </p:sp>
        <p:cxnSp>
          <p:nvCxnSpPr>
            <p:cNvPr id="31" name="Straight Connector 30">
              <a:extLst>
                <a:ext uri="{FF2B5EF4-FFF2-40B4-BE49-F238E27FC236}">
                  <a16:creationId xmlns:a16="http://schemas.microsoft.com/office/drawing/2014/main" id="{F39EB35C-8C0B-42AF-A1A6-C09B07C82A81}"/>
                </a:ext>
              </a:extLst>
            </p:cNvPr>
            <p:cNvCxnSpPr/>
            <p:nvPr/>
          </p:nvCxnSpPr>
          <p:spPr>
            <a:xfrm>
              <a:off x="890962" y="2421776"/>
              <a:ext cx="3744000" cy="0"/>
            </a:xfrm>
            <a:prstGeom prst="line">
              <a:avLst/>
            </a:prstGeom>
            <a:ln>
              <a:solidFill>
                <a:schemeClr val="accent1"/>
              </a:solidFill>
              <a:headEnd type="none"/>
              <a:tailEnd type="oval"/>
            </a:ln>
          </p:spPr>
          <p:style>
            <a:lnRef idx="1">
              <a:schemeClr val="accent1"/>
            </a:lnRef>
            <a:fillRef idx="0">
              <a:schemeClr val="accent1"/>
            </a:fillRef>
            <a:effectRef idx="0">
              <a:schemeClr val="accent1"/>
            </a:effectRef>
            <a:fontRef idx="minor">
              <a:schemeClr val="tx1"/>
            </a:fontRef>
          </p:style>
        </p:cxnSp>
      </p:grpSp>
      <p:grpSp>
        <p:nvGrpSpPr>
          <p:cNvPr id="32" name="그룹 3">
            <a:extLst>
              <a:ext uri="{FF2B5EF4-FFF2-40B4-BE49-F238E27FC236}">
                <a16:creationId xmlns:a16="http://schemas.microsoft.com/office/drawing/2014/main" id="{6EED8D94-0D6F-4194-96DE-B6037EF08534}"/>
              </a:ext>
            </a:extLst>
          </p:cNvPr>
          <p:cNvGrpSpPr/>
          <p:nvPr/>
        </p:nvGrpSpPr>
        <p:grpSpPr>
          <a:xfrm>
            <a:off x="7492422" y="1283185"/>
            <a:ext cx="3472075" cy="1613132"/>
            <a:chOff x="4636424" y="5297234"/>
            <a:chExt cx="2980407" cy="484682"/>
          </a:xfrm>
        </p:grpSpPr>
        <p:sp>
          <p:nvSpPr>
            <p:cNvPr id="33" name="TextBox 32">
              <a:extLst>
                <a:ext uri="{FF2B5EF4-FFF2-40B4-BE49-F238E27FC236}">
                  <a16:creationId xmlns:a16="http://schemas.microsoft.com/office/drawing/2014/main" id="{E4B03B0F-99D3-4DB4-AD12-9DB3BC138303}"/>
                </a:ext>
              </a:extLst>
            </p:cNvPr>
            <p:cNvSpPr txBox="1"/>
            <p:nvPr/>
          </p:nvSpPr>
          <p:spPr>
            <a:xfrm>
              <a:off x="4646212" y="5421265"/>
              <a:ext cx="2899577" cy="360651"/>
            </a:xfrm>
            <a:prstGeom prst="rect">
              <a:avLst/>
            </a:prstGeom>
            <a:noFill/>
          </p:spPr>
          <p:txBody>
            <a:bodyPr wrap="square" rtlCol="0">
              <a:spAutoFit/>
            </a:bodyPr>
            <a:lstStyle/>
            <a:p>
              <a:pPr algn="ctr"/>
              <a:r>
                <a:rPr lang="en-US" altLang="ko-KR"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b="0" i="0" dirty="0">
                  <a:solidFill>
                    <a:srgbClr val="374151"/>
                  </a:solidFill>
                  <a:effectLst/>
                  <a:latin typeface="Times New Roman" panose="02020603050405020304" pitchFamily="18" charset="0"/>
                  <a:cs typeface="Times New Roman" panose="02020603050405020304" pitchFamily="18" charset="0"/>
                </a:rPr>
                <a:t>Develop a simulation tool to help city planners and engineers optimize traffic flow and plan future road improvements.</a:t>
              </a:r>
              <a:endParaRPr lang="ko-KR"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76C55629-C2F6-45B8-AE31-2E0DFEC88600}"/>
                </a:ext>
              </a:extLst>
            </p:cNvPr>
            <p:cNvSpPr txBox="1"/>
            <p:nvPr/>
          </p:nvSpPr>
          <p:spPr>
            <a:xfrm>
              <a:off x="4708633" y="5297234"/>
              <a:ext cx="2908198" cy="110970"/>
            </a:xfrm>
            <a:prstGeom prst="rect">
              <a:avLst/>
            </a:prstGeom>
            <a:noFill/>
          </p:spPr>
          <p:txBody>
            <a:bodyPr wrap="square" rtlCol="0">
              <a:spAutoFit/>
            </a:bodyPr>
            <a:lstStyle/>
            <a:p>
              <a:pPr algn="ctr"/>
              <a:r>
                <a:rPr lang="en-US" b="1" i="0" dirty="0">
                  <a:solidFill>
                    <a:srgbClr val="00B050"/>
                  </a:solidFill>
                  <a:effectLst/>
                  <a:latin typeface="Times New Roman" panose="02020603050405020304" pitchFamily="18" charset="0"/>
                  <a:cs typeface="Times New Roman" panose="02020603050405020304" pitchFamily="18" charset="0"/>
                </a:rPr>
                <a:t>Traffic Simulation and Planning</a:t>
              </a:r>
              <a:r>
                <a:rPr lang="en-US" sz="1200" b="1" i="0" dirty="0">
                  <a:solidFill>
                    <a:srgbClr val="00B050"/>
                  </a:solidFill>
                  <a:effectLst/>
                  <a:latin typeface="Söhne"/>
                </a:rPr>
                <a:t>:</a:t>
              </a:r>
              <a:endParaRPr lang="ko-KR" altLang="en-US" sz="1200" b="1" dirty="0">
                <a:solidFill>
                  <a:srgbClr val="00B050"/>
                </a:solidFill>
              </a:endParaRPr>
            </a:p>
          </p:txBody>
        </p:sp>
        <p:cxnSp>
          <p:nvCxnSpPr>
            <p:cNvPr id="35" name="Straight Connector 34">
              <a:extLst>
                <a:ext uri="{FF2B5EF4-FFF2-40B4-BE49-F238E27FC236}">
                  <a16:creationId xmlns:a16="http://schemas.microsoft.com/office/drawing/2014/main" id="{8ABE571B-339A-44EB-8AA5-3B111379D8B3}"/>
                </a:ext>
              </a:extLst>
            </p:cNvPr>
            <p:cNvCxnSpPr/>
            <p:nvPr/>
          </p:nvCxnSpPr>
          <p:spPr>
            <a:xfrm>
              <a:off x="4636424" y="5421265"/>
              <a:ext cx="2918420" cy="0"/>
            </a:xfrm>
            <a:prstGeom prst="line">
              <a:avLst/>
            </a:prstGeom>
            <a:ln>
              <a:solidFill>
                <a:schemeClr val="accent3"/>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6D6FEF3C-F92A-42A5-B682-9AF06316D798}"/>
              </a:ext>
            </a:extLst>
          </p:cNvPr>
          <p:cNvSpPr txBox="1"/>
          <p:nvPr/>
        </p:nvSpPr>
        <p:spPr>
          <a:xfrm>
            <a:off x="485391" y="562157"/>
            <a:ext cx="4500291" cy="1200329"/>
          </a:xfrm>
          <a:prstGeom prst="rect">
            <a:avLst/>
          </a:prstGeom>
          <a:noFill/>
        </p:spPr>
        <p:txBody>
          <a:bodyPr wrap="square" rtlCol="0">
            <a:spAutoFit/>
          </a:bodyPr>
          <a:lstStyle/>
          <a:p>
            <a:r>
              <a:rPr lang="en-US" sz="3600" b="1" i="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Integration with GPS and Navigation Apps:</a:t>
            </a:r>
            <a:endParaRPr lang="ko-KR" altLang="en-US" sz="3600" b="1" dirty="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B90474E8-5AF4-4B35-A7A9-50C0103F28B5}"/>
              </a:ext>
            </a:extLst>
          </p:cNvPr>
          <p:cNvSpPr txBox="1"/>
          <p:nvPr/>
        </p:nvSpPr>
        <p:spPr>
          <a:xfrm>
            <a:off x="525448" y="2096696"/>
            <a:ext cx="2997523" cy="1938992"/>
          </a:xfrm>
          <a:prstGeom prst="rect">
            <a:avLst/>
          </a:prstGeom>
          <a:noFill/>
        </p:spPr>
        <p:txBody>
          <a:bodyPr wrap="square" rtlCol="0">
            <a:spAutoFit/>
          </a:bodyPr>
          <a:lstStyle/>
          <a:p>
            <a:r>
              <a:rPr lang="en-US" sz="2000" b="0" i="0" dirty="0">
                <a:solidFill>
                  <a:srgbClr val="374151"/>
                </a:solidFill>
                <a:effectLst/>
                <a:latin typeface="Times New Roman" panose="02020603050405020304" pitchFamily="18" charset="0"/>
                <a:cs typeface="Times New Roman" panose="02020603050405020304" pitchFamily="18" charset="0"/>
              </a:rPr>
              <a:t>Partner with popular navigation apps (e.g., Google Maps, Waze) to provide real-time traffic data and suggest optimal routes.</a:t>
            </a:r>
            <a:endParaRPr lang="en-US" altLang="ko-KR"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pic>
        <p:nvPicPr>
          <p:cNvPr id="39" name="Picture 38">
            <a:extLst>
              <a:ext uri="{FF2B5EF4-FFF2-40B4-BE49-F238E27FC236}">
                <a16:creationId xmlns:a16="http://schemas.microsoft.com/office/drawing/2014/main" id="{0A054086-2CD1-E951-8DEB-340C76CAC446}"/>
              </a:ext>
            </a:extLst>
          </p:cNvPr>
          <p:cNvPicPr>
            <a:picLocks noChangeAspect="1"/>
          </p:cNvPicPr>
          <p:nvPr/>
        </p:nvPicPr>
        <p:blipFill>
          <a:blip r:embed="rId2"/>
          <a:stretch>
            <a:fillRect/>
          </a:stretch>
        </p:blipFill>
        <p:spPr>
          <a:xfrm>
            <a:off x="5623041" y="1618789"/>
            <a:ext cx="1195223" cy="1195223"/>
          </a:xfrm>
          <a:prstGeom prst="rect">
            <a:avLst/>
          </a:prstGeom>
        </p:spPr>
      </p:pic>
      <p:pic>
        <p:nvPicPr>
          <p:cNvPr id="41" name="Picture 40">
            <a:extLst>
              <a:ext uri="{FF2B5EF4-FFF2-40B4-BE49-F238E27FC236}">
                <a16:creationId xmlns:a16="http://schemas.microsoft.com/office/drawing/2014/main" id="{0F0D0E8C-7CFF-C74F-DF14-CE771CB9B863}"/>
              </a:ext>
            </a:extLst>
          </p:cNvPr>
          <p:cNvPicPr>
            <a:picLocks noChangeAspect="1"/>
          </p:cNvPicPr>
          <p:nvPr/>
        </p:nvPicPr>
        <p:blipFill>
          <a:blip r:embed="rId3"/>
          <a:stretch>
            <a:fillRect/>
          </a:stretch>
        </p:blipFill>
        <p:spPr>
          <a:xfrm>
            <a:off x="6831420" y="3791021"/>
            <a:ext cx="1058705" cy="1058705"/>
          </a:xfrm>
          <a:prstGeom prst="rect">
            <a:avLst/>
          </a:prstGeom>
        </p:spPr>
      </p:pic>
      <p:pic>
        <p:nvPicPr>
          <p:cNvPr id="43" name="Picture 42">
            <a:extLst>
              <a:ext uri="{FF2B5EF4-FFF2-40B4-BE49-F238E27FC236}">
                <a16:creationId xmlns:a16="http://schemas.microsoft.com/office/drawing/2014/main" id="{DF9E0070-A1EE-CD0F-275B-FDA78E676E58}"/>
              </a:ext>
            </a:extLst>
          </p:cNvPr>
          <p:cNvPicPr>
            <a:picLocks noChangeAspect="1"/>
          </p:cNvPicPr>
          <p:nvPr/>
        </p:nvPicPr>
        <p:blipFill>
          <a:blip r:embed="rId4"/>
          <a:stretch>
            <a:fillRect/>
          </a:stretch>
        </p:blipFill>
        <p:spPr>
          <a:xfrm>
            <a:off x="4437873" y="3950529"/>
            <a:ext cx="833353" cy="833353"/>
          </a:xfrm>
          <a:prstGeom prst="rect">
            <a:avLst/>
          </a:prstGeom>
        </p:spPr>
      </p:pic>
    </p:spTree>
    <p:extLst>
      <p:ext uri="{BB962C8B-B14F-4D97-AF65-F5344CB8AC3E}">
        <p14:creationId xmlns:p14="http://schemas.microsoft.com/office/powerpoint/2010/main" val="2963611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33F795-1AB5-65AF-16AB-193DDA51C69A}"/>
              </a:ext>
            </a:extLst>
          </p:cNvPr>
          <p:cNvSpPr txBox="1"/>
          <p:nvPr/>
        </p:nvSpPr>
        <p:spPr>
          <a:xfrm>
            <a:off x="1789471" y="2339681"/>
            <a:ext cx="9537290" cy="2554545"/>
          </a:xfrm>
          <a:prstGeom prst="rect">
            <a:avLst/>
          </a:prstGeom>
          <a:noFill/>
        </p:spPr>
        <p:txBody>
          <a:bodyPr wrap="square">
            <a:spAutoFit/>
          </a:bodyPr>
          <a:lstStyle/>
          <a:p>
            <a:r>
              <a:rPr lang="en-US" sz="3200" b="0" i="0" dirty="0">
                <a:solidFill>
                  <a:srgbClr val="374151"/>
                </a:solidFill>
                <a:effectLst/>
                <a:latin typeface="Times New Roman" panose="02020603050405020304" pitchFamily="18" charset="0"/>
                <a:cs typeface="Times New Roman" panose="02020603050405020304" pitchFamily="18" charset="0"/>
              </a:rPr>
              <a:t>Remember to consider the scalability and security of your IoT traffic management system. Additionally, ensure compliance with data privacy regulations and collaborate with local transportation authorities for successful implementation.</a:t>
            </a:r>
            <a:endParaRPr lang="en-US" sz="3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51F0560-1FB3-481D-B107-E7EC0AE2CE49}"/>
              </a:ext>
            </a:extLst>
          </p:cNvPr>
          <p:cNvSpPr txBox="1"/>
          <p:nvPr/>
        </p:nvSpPr>
        <p:spPr>
          <a:xfrm>
            <a:off x="1789471" y="1014021"/>
            <a:ext cx="6096000" cy="1446550"/>
          </a:xfrm>
          <a:prstGeom prst="rect">
            <a:avLst/>
          </a:prstGeom>
          <a:noFill/>
        </p:spPr>
        <p:txBody>
          <a:bodyPr wrap="square">
            <a:spAutoFit/>
          </a:bodyPr>
          <a:lstStyle/>
          <a:p>
            <a:r>
              <a:rPr lang="en-US" sz="4400" b="1" i="0" u="sng" dirty="0">
                <a:solidFill>
                  <a:srgbClr val="FF0000"/>
                </a:solidFill>
                <a:effectLst/>
                <a:latin typeface="LEMON MILK Bold" panose="00000800000000000000" pitchFamily="50" charset="0"/>
                <a:cs typeface="Times New Roman" panose="02020603050405020304" pitchFamily="18" charset="0"/>
              </a:rPr>
              <a:t>Con</a:t>
            </a:r>
            <a:r>
              <a:rPr lang="en-US" sz="4400" b="1" i="0" u="sng" dirty="0">
                <a:solidFill>
                  <a:srgbClr val="FFFF00"/>
                </a:solidFill>
                <a:effectLst/>
                <a:latin typeface="LEMON MILK Bold" panose="00000800000000000000" pitchFamily="50" charset="0"/>
                <a:cs typeface="Times New Roman" panose="02020603050405020304" pitchFamily="18" charset="0"/>
              </a:rPr>
              <a:t>clus</a:t>
            </a:r>
            <a:r>
              <a:rPr lang="en-US" sz="4400" b="1" i="0" u="sng" dirty="0">
                <a:solidFill>
                  <a:srgbClr val="00FF00"/>
                </a:solidFill>
                <a:effectLst/>
                <a:latin typeface="LEMON MILK Bold" panose="00000800000000000000" pitchFamily="50" charset="0"/>
                <a:cs typeface="Times New Roman" panose="02020603050405020304" pitchFamily="18" charset="0"/>
              </a:rPr>
              <a:t>ion</a:t>
            </a:r>
            <a:br>
              <a:rPr lang="en-US" sz="4400" b="1" i="0" u="sng" dirty="0">
                <a:solidFill>
                  <a:srgbClr val="FFFF00"/>
                </a:solidFill>
                <a:effectLst/>
                <a:latin typeface="LEMON MILK Bold" panose="00000800000000000000" pitchFamily="50" charset="0"/>
                <a:cs typeface="Times New Roman" panose="02020603050405020304" pitchFamily="18" charset="0"/>
              </a:rPr>
            </a:br>
            <a:endParaRPr lang="en-US" sz="4400" dirty="0"/>
          </a:p>
        </p:txBody>
      </p:sp>
    </p:spTree>
    <p:extLst>
      <p:ext uri="{BB962C8B-B14F-4D97-AF65-F5344CB8AC3E}">
        <p14:creationId xmlns:p14="http://schemas.microsoft.com/office/powerpoint/2010/main" val="3393968097"/>
      </p:ext>
    </p:extLst>
  </p:cSld>
  <p:clrMapOvr>
    <a:masterClrMapping/>
  </p:clrMapOvr>
</p:sld>
</file>

<file path=ppt/theme/theme1.xml><?xml version="1.0" encoding="utf-8"?>
<a:theme xmlns:a="http://schemas.openxmlformats.org/drawingml/2006/main" name="Cover and End Slide Master">
  <a:themeElements>
    <a:clrScheme name="ALLPPT-COLOR-A34">
      <a:dk1>
        <a:sysClr val="windowText" lastClr="000000"/>
      </a:dk1>
      <a:lt1>
        <a:sysClr val="window" lastClr="FFFFFF"/>
      </a:lt1>
      <a:dk2>
        <a:srgbClr val="1F497D"/>
      </a:dk2>
      <a:lt2>
        <a:srgbClr val="EEECE1"/>
      </a:lt2>
      <a:accent1>
        <a:srgbClr val="277DBA"/>
      </a:accent1>
      <a:accent2>
        <a:srgbClr val="19A695"/>
      </a:accent2>
      <a:accent3>
        <a:srgbClr val="9AB854"/>
      </a:accent3>
      <a:accent4>
        <a:srgbClr val="EE9E13"/>
      </a:accent4>
      <a:accent5>
        <a:srgbClr val="BA3C2E"/>
      </a:accent5>
      <a:accent6>
        <a:srgbClr val="35455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8">
      <a:dk1>
        <a:srgbClr val="000000"/>
      </a:dk1>
      <a:lt1>
        <a:sysClr val="window" lastClr="FFFFFF"/>
      </a:lt1>
      <a:dk2>
        <a:srgbClr val="1F497D"/>
      </a:dk2>
      <a:lt2>
        <a:srgbClr val="EEECE1"/>
      </a:lt2>
      <a:accent1>
        <a:srgbClr val="0680C3"/>
      </a:accent1>
      <a:accent2>
        <a:srgbClr val="07A398"/>
      </a:accent2>
      <a:accent3>
        <a:srgbClr val="90C221"/>
      </a:accent3>
      <a:accent4>
        <a:srgbClr val="FBA200"/>
      </a:accent4>
      <a:accent5>
        <a:srgbClr val="E62601"/>
      </a:accent5>
      <a:accent6>
        <a:srgbClr val="2C2F45"/>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COLOR-A34">
      <a:dk1>
        <a:sysClr val="windowText" lastClr="000000"/>
      </a:dk1>
      <a:lt1>
        <a:sysClr val="window" lastClr="FFFFFF"/>
      </a:lt1>
      <a:dk2>
        <a:srgbClr val="1F497D"/>
      </a:dk2>
      <a:lt2>
        <a:srgbClr val="EEECE1"/>
      </a:lt2>
      <a:accent1>
        <a:srgbClr val="277DBA"/>
      </a:accent1>
      <a:accent2>
        <a:srgbClr val="19A695"/>
      </a:accent2>
      <a:accent3>
        <a:srgbClr val="9AB854"/>
      </a:accent3>
      <a:accent4>
        <a:srgbClr val="EE9E13"/>
      </a:accent4>
      <a:accent5>
        <a:srgbClr val="BA3C2E"/>
      </a:accent5>
      <a:accent6>
        <a:srgbClr val="35455E"/>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4060</TotalTime>
  <Words>1426</Words>
  <Application>Microsoft Office PowerPoint</Application>
  <PresentationFormat>Widescreen</PresentationFormat>
  <Paragraphs>106</Paragraphs>
  <Slides>16</Slides>
  <Notes>4</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16</vt:i4>
      </vt:variant>
    </vt:vector>
  </HeadingPairs>
  <TitlesOfParts>
    <vt:vector size="26" baseType="lpstr">
      <vt:lpstr>Aharoni</vt:lpstr>
      <vt:lpstr>Arial</vt:lpstr>
      <vt:lpstr>Calibri</vt:lpstr>
      <vt:lpstr>LEMON MILK Bold</vt:lpstr>
      <vt:lpstr>Open Sans</vt:lpstr>
      <vt:lpstr>Söhne</vt:lpstr>
      <vt:lpstr>Times New Roman</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Ivan Enginner</cp:lastModifiedBy>
  <cp:revision>135</cp:revision>
  <dcterms:created xsi:type="dcterms:W3CDTF">2019-01-14T06:35:35Z</dcterms:created>
  <dcterms:modified xsi:type="dcterms:W3CDTF">2023-10-25T07:04:20Z</dcterms:modified>
</cp:coreProperties>
</file>